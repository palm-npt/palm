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9578" r:id="rId2"/>
  </p:sldMasterIdLst>
  <p:notesMasterIdLst>
    <p:notesMasterId r:id="rId45"/>
  </p:notesMasterIdLst>
  <p:handoutMasterIdLst>
    <p:handoutMasterId r:id="rId46"/>
  </p:handoutMasterIdLst>
  <p:sldIdLst>
    <p:sldId id="1010" r:id="rId3"/>
    <p:sldId id="999" r:id="rId4"/>
    <p:sldId id="1076" r:id="rId5"/>
    <p:sldId id="1092" r:id="rId6"/>
    <p:sldId id="1077" r:id="rId7"/>
    <p:sldId id="1078" r:id="rId8"/>
    <p:sldId id="1079" r:id="rId9"/>
    <p:sldId id="1080" r:id="rId10"/>
    <p:sldId id="1081" r:id="rId11"/>
    <p:sldId id="1082" r:id="rId12"/>
    <p:sldId id="1083" r:id="rId13"/>
    <p:sldId id="1084" r:id="rId14"/>
    <p:sldId id="1093" r:id="rId15"/>
    <p:sldId id="1085" r:id="rId16"/>
    <p:sldId id="1088" r:id="rId17"/>
    <p:sldId id="1086" r:id="rId18"/>
    <p:sldId id="1089" r:id="rId19"/>
    <p:sldId id="1094" r:id="rId20"/>
    <p:sldId id="1109" r:id="rId21"/>
    <p:sldId id="1095" r:id="rId22"/>
    <p:sldId id="1097" r:id="rId23"/>
    <p:sldId id="1096" r:id="rId24"/>
    <p:sldId id="1098" r:id="rId25"/>
    <p:sldId id="1099" r:id="rId26"/>
    <p:sldId id="1100" r:id="rId27"/>
    <p:sldId id="1101" r:id="rId28"/>
    <p:sldId id="1102" r:id="rId29"/>
    <p:sldId id="1103" r:id="rId30"/>
    <p:sldId id="1104" r:id="rId31"/>
    <p:sldId id="1105" r:id="rId32"/>
    <p:sldId id="1115" r:id="rId33"/>
    <p:sldId id="1106" r:id="rId34"/>
    <p:sldId id="1107" r:id="rId35"/>
    <p:sldId id="1111" r:id="rId36"/>
    <p:sldId id="1116" r:id="rId37"/>
    <p:sldId id="1118" r:id="rId38"/>
    <p:sldId id="1108" r:id="rId39"/>
    <p:sldId id="1114" r:id="rId40"/>
    <p:sldId id="1110" r:id="rId41"/>
    <p:sldId id="1117" r:id="rId42"/>
    <p:sldId id="1112" r:id="rId43"/>
    <p:sldId id="1119" r:id="rId44"/>
  </p:sldIdLst>
  <p:sldSz cx="10691813" cy="7559675"/>
  <p:notesSz cx="6807200" cy="993933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96888" indent="-39688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95363" indent="-80963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492250" indent="-12065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990725" indent="-161925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高木 小太郎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2A2A"/>
    <a:srgbClr val="FFFF99"/>
    <a:srgbClr val="00B0F0"/>
    <a:srgbClr val="8FCC3D"/>
    <a:srgbClr val="CCFFFF"/>
    <a:srgbClr val="FFAFAF"/>
    <a:srgbClr val="D5D5D5"/>
    <a:srgbClr val="AF4346"/>
    <a:srgbClr val="AB3538"/>
    <a:srgbClr val="C3C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5141" autoAdjust="0"/>
  </p:normalViewPr>
  <p:slideViewPr>
    <p:cSldViewPr>
      <p:cViewPr>
        <p:scale>
          <a:sx n="100" d="100"/>
          <a:sy n="100" d="100"/>
        </p:scale>
        <p:origin x="538" y="58"/>
      </p:cViewPr>
      <p:guideLst>
        <p:guide orient="horz" pos="2381"/>
        <p:guide pos="33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AB573E99-FC59-389B-1E51-2CEC003A86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529" cy="499113"/>
          </a:xfrm>
          <a:prstGeom prst="rect">
            <a:avLst/>
          </a:prstGeom>
        </p:spPr>
        <p:txBody>
          <a:bodyPr vert="horz" lIns="91705" tIns="45853" rIns="91705" bIns="45853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DDD4438-196B-BC68-8687-E0FE40D53B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673" y="0"/>
            <a:ext cx="2948939" cy="499113"/>
          </a:xfrm>
          <a:prstGeom prst="rect">
            <a:avLst/>
          </a:prstGeom>
        </p:spPr>
        <p:txBody>
          <a:bodyPr vert="horz" lIns="91705" tIns="45853" rIns="91705" bIns="45853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CC05486C-DC62-4F8E-BB59-5B4E51E05A86}" type="datetimeFigureOut">
              <a:rPr lang="ja-JP" altLang="en-US"/>
              <a:pPr>
                <a:defRPr/>
              </a:pPr>
              <a:t>2025/11/3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EBE72C7-539B-1756-0A53-EEFA12B91C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227"/>
            <a:ext cx="2950529" cy="499113"/>
          </a:xfrm>
          <a:prstGeom prst="rect">
            <a:avLst/>
          </a:prstGeom>
        </p:spPr>
        <p:txBody>
          <a:bodyPr vert="horz" lIns="91705" tIns="45853" rIns="91705" bIns="45853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1E3B37-764C-B3C3-8254-21C9C54709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673" y="9440227"/>
            <a:ext cx="2948939" cy="499113"/>
          </a:xfrm>
          <a:prstGeom prst="rect">
            <a:avLst/>
          </a:prstGeom>
        </p:spPr>
        <p:txBody>
          <a:bodyPr vert="horz" wrap="square" lIns="91705" tIns="45853" rIns="91705" bIns="4585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954A04E-ED23-4C12-B987-0EE55C191E3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13:29.762"/>
    </inkml:context>
    <inkml:brush xml:id="br0">
      <inkml:brushProperty name="width" value="0.2" units="cm"/>
      <inkml:brushProperty name="height" value="0.4" units="cm"/>
      <inkml:brushProperty name="color" value="#FFCC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0,'1114'14'0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1T03:13:34.372"/>
    </inkml:context>
    <inkml:brush xml:id="br0">
      <inkml:brushProperty name="width" value="0.2" units="cm"/>
      <inkml:brushProperty name="height" value="0.4" units="cm"/>
      <inkml:brushProperty name="color" value="#FFCC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15,'1032'0,"-938"-14,-83 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14:09.523"/>
    </inkml:context>
    <inkml:brush xml:id="br0">
      <inkml:brushProperty name="width" value="0.2" units="cm"/>
      <inkml:brushProperty name="height" value="0.4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8 0,'1517'-8'0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14:14.726"/>
    </inkml:context>
    <inkml:brush xml:id="br0">
      <inkml:brushProperty name="width" value="0.2" units="cm"/>
      <inkml:brushProperty name="height" value="0.4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 0,'1496'-20'0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46:02.402"/>
    </inkml:context>
    <inkml:brush xml:id="br0">
      <inkml:brushProperty name="width" value="0.2" units="cm"/>
      <inkml:brushProperty name="height" value="0.4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0,'4424'15'0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46:08.040"/>
    </inkml:context>
    <inkml:brush xml:id="br0">
      <inkml:brushProperty name="width" value="0.2" units="cm"/>
      <inkml:brushProperty name="height" value="0.4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 0,'4065'0'0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46:13.751"/>
    </inkml:context>
    <inkml:brush xml:id="br0">
      <inkml:brushProperty name="width" value="0.2" units="cm"/>
      <inkml:brushProperty name="height" value="0.4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 0,'4191'-42'0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3:46:27.72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0,'5348'71'0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4:05:37.729"/>
    </inkml:context>
    <inkml:brush xml:id="br0">
      <inkml:brushProperty name="width" value="0.2" units="cm"/>
      <inkml:brushProperty name="height" value="0.4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0,'7874'107'0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4:05:48.917"/>
    </inkml:context>
    <inkml:brush xml:id="br0">
      <inkml:brushProperty name="width" value="0.2" units="cm"/>
      <inkml:brushProperty name="height" value="0.4" units="cm"/>
      <inkml:brushProperty name="color" value="#FFCC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0,'8107'0'0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4:05:55.930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 0,'7366'-22'0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4:30:42.394"/>
    </inkml:context>
    <inkml:brush xml:id="br0">
      <inkml:brushProperty name="width" value="0.2" units="cm"/>
      <inkml:brushProperty name="height" value="0.4" units="cm"/>
      <inkml:brushProperty name="color" value="#FFCC99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0,'1560'0'0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1T04:31:00.319"/>
    </inkml:context>
    <inkml:brush xml:id="br0">
      <inkml:brushProperty name="width" value="0.2" units="cm"/>
      <inkml:brushProperty name="height" value="0.4" units="cm"/>
      <inkml:brushProperty name="color" value="#CCFF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1,'1371'0,"-1352"0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4:31:27.323"/>
    </inkml:context>
    <inkml:brush xml:id="br0">
      <inkml:brushProperty name="width" value="0.2" units="cm"/>
      <inkml:brushProperty name="height" value="0.4" units="cm"/>
      <inkml:brushProperty name="color" value="#FFFF99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 0,'1390'-28'0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>
            <a:extLst>
              <a:ext uri="{FF2B5EF4-FFF2-40B4-BE49-F238E27FC236}">
                <a16:creationId xmlns:a16="http://schemas.microsoft.com/office/drawing/2014/main" id="{76CBDB46-7DE2-9CF2-1078-8DAB56C42F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0529" cy="497523"/>
          </a:xfrm>
          <a:prstGeom prst="rect">
            <a:avLst/>
          </a:prstGeom>
        </p:spPr>
        <p:txBody>
          <a:bodyPr vert="horz" lIns="92377" tIns="46187" rIns="92377" bIns="46187" rtlCol="0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>
            <a:extLst>
              <a:ext uri="{FF2B5EF4-FFF2-40B4-BE49-F238E27FC236}">
                <a16:creationId xmlns:a16="http://schemas.microsoft.com/office/drawing/2014/main" id="{ABAF81AF-A9FB-9270-7146-DF4A05AC4E5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5082" y="1"/>
            <a:ext cx="2950529" cy="497523"/>
          </a:xfrm>
          <a:prstGeom prst="rect">
            <a:avLst/>
          </a:prstGeom>
        </p:spPr>
        <p:txBody>
          <a:bodyPr vert="horz" lIns="92377" tIns="46187" rIns="92377" bIns="46187" rtlCol="0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7394B740-EFA7-4F2D-91AA-6DB4CFE8A1FB}" type="datetimeFigureOut">
              <a:rPr lang="ja-JP" altLang="en-US"/>
              <a:pPr>
                <a:defRPr/>
              </a:pPr>
              <a:t>2025/11/3</a:t>
            </a:fld>
            <a:endParaRPr lang="ja-JP" altLang="en-US"/>
          </a:p>
        </p:txBody>
      </p:sp>
      <p:sp>
        <p:nvSpPr>
          <p:cNvPr id="4" name="スライド イメージ プレースホルダ 3">
            <a:extLst>
              <a:ext uri="{FF2B5EF4-FFF2-40B4-BE49-F238E27FC236}">
                <a16:creationId xmlns:a16="http://schemas.microsoft.com/office/drawing/2014/main" id="{FEDB8549-F4D8-B206-571B-BCBB05D2F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66763" y="744538"/>
            <a:ext cx="5273675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77" tIns="46187" rIns="92377" bIns="46187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>
            <a:extLst>
              <a:ext uri="{FF2B5EF4-FFF2-40B4-BE49-F238E27FC236}">
                <a16:creationId xmlns:a16="http://schemas.microsoft.com/office/drawing/2014/main" id="{499C9653-694A-8668-BF7F-D496383B1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403" y="4720907"/>
            <a:ext cx="5446396" cy="4472940"/>
          </a:xfrm>
          <a:prstGeom prst="rect">
            <a:avLst/>
          </a:prstGeom>
        </p:spPr>
        <p:txBody>
          <a:bodyPr vert="horz" lIns="92377" tIns="46187" rIns="92377" bIns="46187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>
            <a:extLst>
              <a:ext uri="{FF2B5EF4-FFF2-40B4-BE49-F238E27FC236}">
                <a16:creationId xmlns:a16="http://schemas.microsoft.com/office/drawing/2014/main" id="{826D1017-3563-06A0-733B-A036BD4C32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226"/>
            <a:ext cx="2950529" cy="497522"/>
          </a:xfrm>
          <a:prstGeom prst="rect">
            <a:avLst/>
          </a:prstGeom>
        </p:spPr>
        <p:txBody>
          <a:bodyPr vert="horz" lIns="92377" tIns="46187" rIns="92377" bIns="46187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>
            <a:extLst>
              <a:ext uri="{FF2B5EF4-FFF2-40B4-BE49-F238E27FC236}">
                <a16:creationId xmlns:a16="http://schemas.microsoft.com/office/drawing/2014/main" id="{3173A452-C8C9-FA83-9A5E-4FA78C0AA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5082" y="9440226"/>
            <a:ext cx="2950529" cy="497522"/>
          </a:xfrm>
          <a:prstGeom prst="rect">
            <a:avLst/>
          </a:prstGeom>
        </p:spPr>
        <p:txBody>
          <a:bodyPr vert="horz" wrap="square" lIns="92377" tIns="46187" rIns="92377" bIns="4618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7F4BF97-E92E-4F08-9968-9FC518829C1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+mn-cs"/>
      </a:defRPr>
    </a:lvl1pPr>
    <a:lvl2pPr marL="496888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+mn-cs"/>
      </a:defRPr>
    </a:lvl2pPr>
    <a:lvl3pPr marL="995363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+mn-cs"/>
      </a:defRPr>
    </a:lvl3pPr>
    <a:lvl4pPr marL="1492250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+mn-cs"/>
      </a:defRPr>
    </a:lvl4pPr>
    <a:lvl5pPr marL="1990725" algn="l" rtl="0" eaLnBrk="0" fontAlgn="base" hangingPunct="0">
      <a:spcBef>
        <a:spcPct val="30000"/>
      </a:spcBef>
      <a:spcAft>
        <a:spcPct val="0"/>
      </a:spcAft>
      <a:defRPr kumimoji="1" sz="130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5D82DEEC-F8A5-9669-95B8-F4B13E3FA4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2378575"/>
            <a:ext cx="9954418" cy="3026737"/>
          </a:xfrm>
          <a:prstGeom prst="rect">
            <a:avLst/>
          </a:prstGeom>
        </p:spPr>
      </p:pic>
      <p:sp>
        <p:nvSpPr>
          <p:cNvPr id="15" name="Rectangle 11">
            <a:extLst>
              <a:ext uri="{FF2B5EF4-FFF2-40B4-BE49-F238E27FC236}">
                <a16:creationId xmlns:a16="http://schemas.microsoft.com/office/drawing/2014/main" id="{782F891A-F8F7-3E42-2E01-2859DC653D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69" y="7315760"/>
            <a:ext cx="4583113" cy="228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Copyright © NEXTY Electronics Corporation  All Rights Reserved.</a:t>
            </a:r>
            <a:endParaRPr lang="ja-JP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41650" y="2987749"/>
            <a:ext cx="6478869" cy="431800"/>
          </a:xfrm>
        </p:spPr>
        <p:txBody>
          <a:bodyPr/>
          <a:lstStyle>
            <a:lvl1pPr algn="l">
              <a:defRPr sz="3200">
                <a:effectLst/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1650" y="3619157"/>
            <a:ext cx="6478869" cy="395287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r>
              <a:rPr lang="ja-JP" altLang="en-US" dirty="0"/>
              <a:t>マスター サブタイトルの書式設定</a:t>
            </a:r>
          </a:p>
        </p:txBody>
      </p:sp>
      <p:pic>
        <p:nvPicPr>
          <p:cNvPr id="5" name="図 4" descr="ロゴ, 会社名&#10;&#10;自動的に生成された説明">
            <a:extLst>
              <a:ext uri="{FF2B5EF4-FFF2-40B4-BE49-F238E27FC236}">
                <a16:creationId xmlns:a16="http://schemas.microsoft.com/office/drawing/2014/main" id="{5A1707EA-F4A1-40AF-CC69-96D80EF879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314" y="251445"/>
            <a:ext cx="1443835" cy="109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46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55B201D-3CA2-F662-EB27-08A9F76DD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330" y="139938"/>
            <a:ext cx="10530483" cy="63677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2F82664-7076-BC66-686D-EDA836C495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7287006"/>
            <a:ext cx="10691813" cy="285369"/>
          </a:xfrm>
          <a:prstGeom prst="rect">
            <a:avLst/>
          </a:prstGeom>
        </p:spPr>
      </p:pic>
      <p:pic>
        <p:nvPicPr>
          <p:cNvPr id="3" name="図 2" descr="ロゴ&#10;&#10;自動的に生成された説明">
            <a:extLst>
              <a:ext uri="{FF2B5EF4-FFF2-40B4-BE49-F238E27FC236}">
                <a16:creationId xmlns:a16="http://schemas.microsoft.com/office/drawing/2014/main" id="{51907455-0F16-E9B6-B63C-0C8AEC2FC1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394" y="148204"/>
            <a:ext cx="1605703" cy="461268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5AA3D1B1-B119-4CD7-8AC6-C71D736D04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27804" y="7287006"/>
            <a:ext cx="1376523" cy="213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100" b="1" kern="120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4DFD0F-CA14-4F64-BBA9-A2308FA1E275}" type="slidenum">
              <a:rPr lang="ja-JP" altLang="en-US" sz="1192" baseline="0" smtClean="0"/>
              <a:pPr/>
              <a:t>‹#›</a:t>
            </a:fld>
            <a:r>
              <a:rPr lang="ja-JP" altLang="en-US" sz="1192" baseline="0" dirty="0"/>
              <a:t> </a:t>
            </a:r>
            <a:r>
              <a:rPr lang="en-US" altLang="ja-JP" sz="1192" baseline="0" dirty="0"/>
              <a:t>/ 30</a:t>
            </a:r>
          </a:p>
        </p:txBody>
      </p:sp>
    </p:spTree>
    <p:extLst>
      <p:ext uri="{BB962C8B-B14F-4D97-AF65-F5344CB8AC3E}">
        <p14:creationId xmlns:p14="http://schemas.microsoft.com/office/powerpoint/2010/main" val="82278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B2F82664-7076-BC66-686D-EDA836C4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287006"/>
            <a:ext cx="10691813" cy="285369"/>
          </a:xfrm>
          <a:prstGeom prst="rect">
            <a:avLst/>
          </a:prstGeom>
        </p:spPr>
      </p:pic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D34FD0B9-438D-6501-24B5-5680272C7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051627" y="7152760"/>
            <a:ext cx="550863" cy="401637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Impact" panose="020B0806030902050204" pitchFamily="34" charset="0"/>
                <a:ea typeface="HGP創英角ｺﾞｼｯｸUB" panose="020B0900000000000000" pitchFamily="50" charset="-128"/>
              </a:defRPr>
            </a:lvl1pPr>
          </a:lstStyle>
          <a:p>
            <a:pPr>
              <a:defRPr/>
            </a:pPr>
            <a:fld id="{641BB087-8669-4B5B-92D3-6DB03C4CC260}" type="slidenum">
              <a:rPr lang="ja-JP" altLang="en-US" smtClean="0"/>
              <a:pPr>
                <a:defRPr/>
              </a:pPr>
              <a:t>‹#›</a:t>
            </a:fld>
            <a:endParaRPr lang="ja-JP" altLang="en-US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A590C1F7-C91B-9C95-9173-D6B61FACB50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2378075"/>
            <a:ext cx="9955213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56220FF4-D761-AAD1-5360-F23A48906D84}"/>
              </a:ext>
            </a:extLst>
          </p:cNvPr>
          <p:cNvSpPr>
            <a:spLocks/>
          </p:cNvSpPr>
          <p:nvPr userDrawn="1"/>
        </p:nvSpPr>
        <p:spPr bwMode="auto">
          <a:xfrm>
            <a:off x="3175" y="3524250"/>
            <a:ext cx="2822575" cy="549275"/>
          </a:xfrm>
          <a:custGeom>
            <a:avLst/>
            <a:gdLst>
              <a:gd name="T0" fmla="*/ 0 w 1026"/>
              <a:gd name="T1" fmla="*/ 199 h 199"/>
              <a:gd name="T2" fmla="*/ 307 w 1026"/>
              <a:gd name="T3" fmla="*/ 199 h 199"/>
              <a:gd name="T4" fmla="*/ 328 w 1026"/>
              <a:gd name="T5" fmla="*/ 177 h 199"/>
              <a:gd name="T6" fmla="*/ 328 w 1026"/>
              <a:gd name="T7" fmla="*/ 21 h 199"/>
              <a:gd name="T8" fmla="*/ 349 w 1026"/>
              <a:gd name="T9" fmla="*/ 0 h 199"/>
              <a:gd name="T10" fmla="*/ 1026 w 1026"/>
              <a:gd name="T11" fmla="*/ 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26" h="199">
                <a:moveTo>
                  <a:pt x="0" y="199"/>
                </a:moveTo>
                <a:cubicBezTo>
                  <a:pt x="307" y="199"/>
                  <a:pt x="307" y="199"/>
                  <a:pt x="307" y="199"/>
                </a:cubicBezTo>
                <a:cubicBezTo>
                  <a:pt x="319" y="199"/>
                  <a:pt x="328" y="189"/>
                  <a:pt x="328" y="177"/>
                </a:cubicBezTo>
                <a:cubicBezTo>
                  <a:pt x="328" y="21"/>
                  <a:pt x="328" y="21"/>
                  <a:pt x="328" y="21"/>
                </a:cubicBezTo>
                <a:cubicBezTo>
                  <a:pt x="328" y="10"/>
                  <a:pt x="338" y="0"/>
                  <a:pt x="349" y="0"/>
                </a:cubicBezTo>
                <a:cubicBezTo>
                  <a:pt x="1026" y="0"/>
                  <a:pt x="1026" y="0"/>
                  <a:pt x="1026" y="0"/>
                </a:cubicBezTo>
              </a:path>
            </a:pathLst>
          </a:custGeom>
          <a:noFill/>
          <a:ln w="60325" cap="flat">
            <a:solidFill>
              <a:srgbClr val="007E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FB0FAAA2-965A-321C-B32F-860A4B3A6A63}"/>
              </a:ext>
            </a:extLst>
          </p:cNvPr>
          <p:cNvSpPr>
            <a:spLocks/>
          </p:cNvSpPr>
          <p:nvPr userDrawn="1"/>
        </p:nvSpPr>
        <p:spPr bwMode="auto">
          <a:xfrm>
            <a:off x="4763" y="3767138"/>
            <a:ext cx="1822450" cy="444500"/>
          </a:xfrm>
          <a:custGeom>
            <a:avLst/>
            <a:gdLst>
              <a:gd name="T0" fmla="*/ 0 w 662"/>
              <a:gd name="T1" fmla="*/ 161 h 161"/>
              <a:gd name="T2" fmla="*/ 147 w 662"/>
              <a:gd name="T3" fmla="*/ 161 h 161"/>
              <a:gd name="T4" fmla="*/ 170 w 662"/>
              <a:gd name="T5" fmla="*/ 139 h 161"/>
              <a:gd name="T6" fmla="*/ 170 w 662"/>
              <a:gd name="T7" fmla="*/ 22 h 161"/>
              <a:gd name="T8" fmla="*/ 192 w 662"/>
              <a:gd name="T9" fmla="*/ 0 h 161"/>
              <a:gd name="T10" fmla="*/ 662 w 662"/>
              <a:gd name="T11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62" h="161">
                <a:moveTo>
                  <a:pt x="0" y="161"/>
                </a:moveTo>
                <a:cubicBezTo>
                  <a:pt x="147" y="161"/>
                  <a:pt x="147" y="161"/>
                  <a:pt x="147" y="161"/>
                </a:cubicBezTo>
                <a:cubicBezTo>
                  <a:pt x="160" y="161"/>
                  <a:pt x="170" y="151"/>
                  <a:pt x="170" y="139"/>
                </a:cubicBezTo>
                <a:cubicBezTo>
                  <a:pt x="170" y="22"/>
                  <a:pt x="170" y="22"/>
                  <a:pt x="170" y="22"/>
                </a:cubicBezTo>
                <a:cubicBezTo>
                  <a:pt x="170" y="10"/>
                  <a:pt x="180" y="0"/>
                  <a:pt x="192" y="0"/>
                </a:cubicBezTo>
                <a:cubicBezTo>
                  <a:pt x="662" y="0"/>
                  <a:pt x="662" y="0"/>
                  <a:pt x="662" y="0"/>
                </a:cubicBezTo>
              </a:path>
            </a:pathLst>
          </a:custGeom>
          <a:noFill/>
          <a:ln w="60325" cap="flat">
            <a:solidFill>
              <a:srgbClr val="00A355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94FC8A58-D42B-B973-63EA-9882152AC03F}"/>
              </a:ext>
            </a:extLst>
          </p:cNvPr>
          <p:cNvSpPr>
            <a:spLocks/>
          </p:cNvSpPr>
          <p:nvPr userDrawn="1"/>
        </p:nvSpPr>
        <p:spPr bwMode="auto">
          <a:xfrm>
            <a:off x="3175" y="4238625"/>
            <a:ext cx="1168400" cy="100013"/>
          </a:xfrm>
          <a:custGeom>
            <a:avLst/>
            <a:gdLst>
              <a:gd name="T0" fmla="*/ 0 w 425"/>
              <a:gd name="T1" fmla="*/ 36 h 36"/>
              <a:gd name="T2" fmla="*/ 276 w 425"/>
              <a:gd name="T3" fmla="*/ 36 h 36"/>
              <a:gd name="T4" fmla="*/ 287 w 425"/>
              <a:gd name="T5" fmla="*/ 25 h 36"/>
              <a:gd name="T6" fmla="*/ 287 w 425"/>
              <a:gd name="T7" fmla="*/ 10 h 36"/>
              <a:gd name="T8" fmla="*/ 297 w 425"/>
              <a:gd name="T9" fmla="*/ 0 h 36"/>
              <a:gd name="T10" fmla="*/ 425 w 425"/>
              <a:gd name="T11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5" h="36">
                <a:moveTo>
                  <a:pt x="0" y="36"/>
                </a:moveTo>
                <a:cubicBezTo>
                  <a:pt x="276" y="36"/>
                  <a:pt x="276" y="36"/>
                  <a:pt x="276" y="36"/>
                </a:cubicBezTo>
                <a:cubicBezTo>
                  <a:pt x="282" y="36"/>
                  <a:pt x="287" y="31"/>
                  <a:pt x="287" y="25"/>
                </a:cubicBezTo>
                <a:cubicBezTo>
                  <a:pt x="287" y="10"/>
                  <a:pt x="287" y="10"/>
                  <a:pt x="287" y="10"/>
                </a:cubicBezTo>
                <a:cubicBezTo>
                  <a:pt x="287" y="4"/>
                  <a:pt x="291" y="0"/>
                  <a:pt x="297" y="0"/>
                </a:cubicBezTo>
                <a:cubicBezTo>
                  <a:pt x="425" y="0"/>
                  <a:pt x="425" y="0"/>
                  <a:pt x="425" y="0"/>
                </a:cubicBezTo>
              </a:path>
            </a:pathLst>
          </a:custGeom>
          <a:noFill/>
          <a:ln w="38100" cap="flat">
            <a:solidFill>
              <a:srgbClr val="ED71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9F578D12-1101-A6A4-BF31-3962445BDEF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75" y="4672013"/>
            <a:ext cx="2192338" cy="0"/>
          </a:xfrm>
          <a:prstGeom prst="line">
            <a:avLst/>
          </a:prstGeom>
          <a:noFill/>
          <a:ln w="38100" cap="flat">
            <a:solidFill>
              <a:srgbClr val="FDD14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F4175168-B051-7F67-E9CF-0162D577D675}"/>
              </a:ext>
            </a:extLst>
          </p:cNvPr>
          <p:cNvSpPr>
            <a:spLocks/>
          </p:cNvSpPr>
          <p:nvPr userDrawn="1"/>
        </p:nvSpPr>
        <p:spPr bwMode="auto">
          <a:xfrm>
            <a:off x="3175" y="4911725"/>
            <a:ext cx="2984500" cy="400050"/>
          </a:xfrm>
          <a:custGeom>
            <a:avLst/>
            <a:gdLst>
              <a:gd name="T0" fmla="*/ 0 w 1085"/>
              <a:gd name="T1" fmla="*/ 0 h 145"/>
              <a:gd name="T2" fmla="*/ 631 w 1085"/>
              <a:gd name="T3" fmla="*/ 0 h 145"/>
              <a:gd name="T4" fmla="*/ 650 w 1085"/>
              <a:gd name="T5" fmla="*/ 19 h 145"/>
              <a:gd name="T6" fmla="*/ 650 w 1085"/>
              <a:gd name="T7" fmla="*/ 126 h 145"/>
              <a:gd name="T8" fmla="*/ 669 w 1085"/>
              <a:gd name="T9" fmla="*/ 145 h 145"/>
              <a:gd name="T10" fmla="*/ 1085 w 1085"/>
              <a:gd name="T11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85" h="145">
                <a:moveTo>
                  <a:pt x="0" y="0"/>
                </a:moveTo>
                <a:cubicBezTo>
                  <a:pt x="631" y="0"/>
                  <a:pt x="631" y="0"/>
                  <a:pt x="631" y="0"/>
                </a:cubicBezTo>
                <a:cubicBezTo>
                  <a:pt x="641" y="0"/>
                  <a:pt x="650" y="9"/>
                  <a:pt x="650" y="19"/>
                </a:cubicBezTo>
                <a:cubicBezTo>
                  <a:pt x="650" y="126"/>
                  <a:pt x="650" y="126"/>
                  <a:pt x="650" y="126"/>
                </a:cubicBezTo>
                <a:cubicBezTo>
                  <a:pt x="650" y="137"/>
                  <a:pt x="659" y="145"/>
                  <a:pt x="669" y="145"/>
                </a:cubicBezTo>
                <a:cubicBezTo>
                  <a:pt x="1085" y="145"/>
                  <a:pt x="1085" y="145"/>
                  <a:pt x="1085" y="145"/>
                </a:cubicBezTo>
              </a:path>
            </a:pathLst>
          </a:custGeom>
          <a:noFill/>
          <a:ln w="60325" cap="flat">
            <a:solidFill>
              <a:srgbClr val="8C469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A522B14F-ACD8-B9F3-B1F5-9D5FF5A4A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41500" y="3721100"/>
            <a:ext cx="95250" cy="93663"/>
          </a:xfrm>
          <a:prstGeom prst="ellipse">
            <a:avLst/>
          </a:prstGeom>
          <a:noFill/>
          <a:ln w="38100" cap="rnd">
            <a:solidFill>
              <a:srgbClr val="00A35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67072F7C-F23E-062E-D8B9-D1E980BD4C15}"/>
              </a:ext>
            </a:extLst>
          </p:cNvPr>
          <p:cNvSpPr>
            <a:spLocks/>
          </p:cNvSpPr>
          <p:nvPr userDrawn="1"/>
        </p:nvSpPr>
        <p:spPr bwMode="auto">
          <a:xfrm>
            <a:off x="2822575" y="3444875"/>
            <a:ext cx="146050" cy="146050"/>
          </a:xfrm>
          <a:custGeom>
            <a:avLst/>
            <a:gdLst>
              <a:gd name="T0" fmla="*/ 49 w 53"/>
              <a:gd name="T1" fmla="*/ 21 h 53"/>
              <a:gd name="T2" fmla="*/ 21 w 53"/>
              <a:gd name="T3" fmla="*/ 49 h 53"/>
              <a:gd name="T4" fmla="*/ 4 w 53"/>
              <a:gd name="T5" fmla="*/ 32 h 53"/>
              <a:gd name="T6" fmla="*/ 32 w 53"/>
              <a:gd name="T7" fmla="*/ 4 h 53"/>
              <a:gd name="T8" fmla="*/ 49 w 53"/>
              <a:gd name="T9" fmla="*/ 21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53">
                <a:moveTo>
                  <a:pt x="49" y="21"/>
                </a:moveTo>
                <a:cubicBezTo>
                  <a:pt x="53" y="38"/>
                  <a:pt x="38" y="53"/>
                  <a:pt x="21" y="49"/>
                </a:cubicBezTo>
                <a:cubicBezTo>
                  <a:pt x="13" y="47"/>
                  <a:pt x="6" y="41"/>
                  <a:pt x="4" y="32"/>
                </a:cubicBezTo>
                <a:cubicBezTo>
                  <a:pt x="0" y="15"/>
                  <a:pt x="15" y="0"/>
                  <a:pt x="32" y="4"/>
                </a:cubicBezTo>
                <a:cubicBezTo>
                  <a:pt x="40" y="6"/>
                  <a:pt x="47" y="13"/>
                  <a:pt x="49" y="21"/>
                </a:cubicBezTo>
                <a:close/>
              </a:path>
            </a:pathLst>
          </a:custGeom>
          <a:noFill/>
          <a:ln w="60325" cap="flat">
            <a:solidFill>
              <a:srgbClr val="007E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E32DFF45-99CD-5AC3-0495-8AD6BF280B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60688" y="5248275"/>
            <a:ext cx="130175" cy="130175"/>
          </a:xfrm>
          <a:prstGeom prst="ellipse">
            <a:avLst/>
          </a:prstGeom>
          <a:noFill/>
          <a:ln w="60325" cap="flat">
            <a:solidFill>
              <a:srgbClr val="8C469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3AF1358C-B19B-AEB9-A0FE-E43AC352224B}"/>
              </a:ext>
            </a:extLst>
          </p:cNvPr>
          <p:cNvSpPr>
            <a:spLocks/>
          </p:cNvSpPr>
          <p:nvPr userDrawn="1"/>
        </p:nvSpPr>
        <p:spPr bwMode="auto">
          <a:xfrm>
            <a:off x="3175" y="3586163"/>
            <a:ext cx="8845550" cy="912813"/>
          </a:xfrm>
          <a:custGeom>
            <a:avLst/>
            <a:gdLst>
              <a:gd name="T0" fmla="*/ 0 w 5572"/>
              <a:gd name="T1" fmla="*/ 575 h 575"/>
              <a:gd name="T2" fmla="*/ 1894 w 5572"/>
              <a:gd name="T3" fmla="*/ 575 h 575"/>
              <a:gd name="T4" fmla="*/ 2281 w 5572"/>
              <a:gd name="T5" fmla="*/ 0 h 575"/>
              <a:gd name="T6" fmla="*/ 5572 w 5572"/>
              <a:gd name="T7" fmla="*/ 0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72" h="575">
                <a:moveTo>
                  <a:pt x="0" y="575"/>
                </a:moveTo>
                <a:lnTo>
                  <a:pt x="1894" y="575"/>
                </a:lnTo>
                <a:lnTo>
                  <a:pt x="2281" y="0"/>
                </a:lnTo>
                <a:lnTo>
                  <a:pt x="5572" y="0"/>
                </a:lnTo>
              </a:path>
            </a:pathLst>
          </a:custGeom>
          <a:noFill/>
          <a:ln w="131763" cap="flat">
            <a:solidFill>
              <a:srgbClr val="CA151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Oval 24">
            <a:extLst>
              <a:ext uri="{FF2B5EF4-FFF2-40B4-BE49-F238E27FC236}">
                <a16:creationId xmlns:a16="http://schemas.microsoft.com/office/drawing/2014/main" id="{320385C2-BEE6-09FC-C603-C9A9DF229F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67775" y="3440113"/>
            <a:ext cx="303213" cy="300038"/>
          </a:xfrm>
          <a:prstGeom prst="ellipse">
            <a:avLst/>
          </a:prstGeom>
          <a:noFill/>
          <a:ln w="114300" cap="flat">
            <a:solidFill>
              <a:srgbClr val="CA151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Oval 25">
            <a:extLst>
              <a:ext uri="{FF2B5EF4-FFF2-40B4-BE49-F238E27FC236}">
                <a16:creationId xmlns:a16="http://schemas.microsoft.com/office/drawing/2014/main" id="{E7A12FC7-5986-84DC-5EF7-63CB6F7A0E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71575" y="4186238"/>
            <a:ext cx="96838" cy="96838"/>
          </a:xfrm>
          <a:prstGeom prst="ellipse">
            <a:avLst/>
          </a:prstGeom>
          <a:noFill/>
          <a:ln w="38100" cap="flat">
            <a:solidFill>
              <a:srgbClr val="ED71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Oval 26">
            <a:extLst>
              <a:ext uri="{FF2B5EF4-FFF2-40B4-BE49-F238E27FC236}">
                <a16:creationId xmlns:a16="http://schemas.microsoft.com/office/drawing/2014/main" id="{B1547F92-3019-23DC-11D8-A720B4BE1B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92338" y="4627563"/>
            <a:ext cx="96838" cy="96838"/>
          </a:xfrm>
          <a:prstGeom prst="ellipse">
            <a:avLst/>
          </a:prstGeom>
          <a:noFill/>
          <a:ln w="38100" cap="flat">
            <a:solidFill>
              <a:srgbClr val="FDD14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Oval 27">
            <a:extLst>
              <a:ext uri="{FF2B5EF4-FFF2-40B4-BE49-F238E27FC236}">
                <a16:creationId xmlns:a16="http://schemas.microsoft.com/office/drawing/2014/main" id="{7B1ACF2C-0F43-1452-7F1A-AC77591A91F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35225" y="5027613"/>
            <a:ext cx="96838" cy="96838"/>
          </a:xfrm>
          <a:prstGeom prst="ellipse">
            <a:avLst/>
          </a:prstGeom>
          <a:noFill/>
          <a:ln w="38100" cap="flat">
            <a:solidFill>
              <a:srgbClr val="00B9E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284AF526-8073-31DB-5EE4-494DBFC18874}"/>
              </a:ext>
            </a:extLst>
          </p:cNvPr>
          <p:cNvSpPr>
            <a:spLocks/>
          </p:cNvSpPr>
          <p:nvPr userDrawn="1"/>
        </p:nvSpPr>
        <p:spPr bwMode="auto">
          <a:xfrm>
            <a:off x="0" y="4787900"/>
            <a:ext cx="2439988" cy="292100"/>
          </a:xfrm>
          <a:custGeom>
            <a:avLst/>
            <a:gdLst>
              <a:gd name="T0" fmla="*/ 0 w 887"/>
              <a:gd name="T1" fmla="*/ 0 h 106"/>
              <a:gd name="T2" fmla="*/ 322 w 887"/>
              <a:gd name="T3" fmla="*/ 0 h 106"/>
              <a:gd name="T4" fmla="*/ 336 w 887"/>
              <a:gd name="T5" fmla="*/ 13 h 106"/>
              <a:gd name="T6" fmla="*/ 336 w 887"/>
              <a:gd name="T7" fmla="*/ 92 h 106"/>
              <a:gd name="T8" fmla="*/ 349 w 887"/>
              <a:gd name="T9" fmla="*/ 106 h 106"/>
              <a:gd name="T10" fmla="*/ 887 w 887"/>
              <a:gd name="T11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7" h="106">
                <a:moveTo>
                  <a:pt x="0" y="0"/>
                </a:moveTo>
                <a:cubicBezTo>
                  <a:pt x="322" y="0"/>
                  <a:pt x="322" y="0"/>
                  <a:pt x="322" y="0"/>
                </a:cubicBezTo>
                <a:cubicBezTo>
                  <a:pt x="330" y="0"/>
                  <a:pt x="336" y="6"/>
                  <a:pt x="336" y="13"/>
                </a:cubicBezTo>
                <a:cubicBezTo>
                  <a:pt x="336" y="92"/>
                  <a:pt x="336" y="92"/>
                  <a:pt x="336" y="92"/>
                </a:cubicBezTo>
                <a:cubicBezTo>
                  <a:pt x="336" y="100"/>
                  <a:pt x="342" y="106"/>
                  <a:pt x="349" y="106"/>
                </a:cubicBezTo>
                <a:cubicBezTo>
                  <a:pt x="887" y="106"/>
                  <a:pt x="887" y="106"/>
                  <a:pt x="887" y="106"/>
                </a:cubicBezTo>
              </a:path>
            </a:pathLst>
          </a:custGeom>
          <a:noFill/>
          <a:ln w="60325" cap="flat">
            <a:solidFill>
              <a:srgbClr val="00B9E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8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ロゴ, 会社名&#10;&#10;自動的に生成された説明">
            <a:extLst>
              <a:ext uri="{FF2B5EF4-FFF2-40B4-BE49-F238E27FC236}">
                <a16:creationId xmlns:a16="http://schemas.microsoft.com/office/drawing/2014/main" id="{492240B8-9DF4-67D4-E738-E4B557F173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346" y="4980909"/>
            <a:ext cx="1310284" cy="997090"/>
          </a:xfrm>
          <a:prstGeom prst="rect">
            <a:avLst/>
          </a:prstGeom>
        </p:spPr>
      </p:pic>
      <p:sp>
        <p:nvSpPr>
          <p:cNvPr id="4" name="Freeform 6">
            <a:extLst>
              <a:ext uri="{FF2B5EF4-FFF2-40B4-BE49-F238E27FC236}">
                <a16:creationId xmlns:a16="http://schemas.microsoft.com/office/drawing/2014/main" id="{634F3EE4-B80A-29F0-51A3-AABDEDC65405}"/>
              </a:ext>
            </a:extLst>
          </p:cNvPr>
          <p:cNvSpPr>
            <a:spLocks/>
          </p:cNvSpPr>
          <p:nvPr userDrawn="1"/>
        </p:nvSpPr>
        <p:spPr bwMode="auto">
          <a:xfrm>
            <a:off x="3175" y="5592166"/>
            <a:ext cx="2822575" cy="549275"/>
          </a:xfrm>
          <a:custGeom>
            <a:avLst/>
            <a:gdLst>
              <a:gd name="T0" fmla="*/ 0 w 1026"/>
              <a:gd name="T1" fmla="*/ 199 h 199"/>
              <a:gd name="T2" fmla="*/ 307 w 1026"/>
              <a:gd name="T3" fmla="*/ 199 h 199"/>
              <a:gd name="T4" fmla="*/ 328 w 1026"/>
              <a:gd name="T5" fmla="*/ 177 h 199"/>
              <a:gd name="T6" fmla="*/ 328 w 1026"/>
              <a:gd name="T7" fmla="*/ 21 h 199"/>
              <a:gd name="T8" fmla="*/ 349 w 1026"/>
              <a:gd name="T9" fmla="*/ 0 h 199"/>
              <a:gd name="T10" fmla="*/ 1026 w 1026"/>
              <a:gd name="T11" fmla="*/ 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26" h="199">
                <a:moveTo>
                  <a:pt x="0" y="199"/>
                </a:moveTo>
                <a:cubicBezTo>
                  <a:pt x="307" y="199"/>
                  <a:pt x="307" y="199"/>
                  <a:pt x="307" y="199"/>
                </a:cubicBezTo>
                <a:cubicBezTo>
                  <a:pt x="319" y="199"/>
                  <a:pt x="328" y="189"/>
                  <a:pt x="328" y="177"/>
                </a:cubicBezTo>
                <a:cubicBezTo>
                  <a:pt x="328" y="21"/>
                  <a:pt x="328" y="21"/>
                  <a:pt x="328" y="21"/>
                </a:cubicBezTo>
                <a:cubicBezTo>
                  <a:pt x="328" y="10"/>
                  <a:pt x="338" y="0"/>
                  <a:pt x="349" y="0"/>
                </a:cubicBezTo>
                <a:cubicBezTo>
                  <a:pt x="1026" y="0"/>
                  <a:pt x="1026" y="0"/>
                  <a:pt x="1026" y="0"/>
                </a:cubicBezTo>
              </a:path>
            </a:pathLst>
          </a:custGeom>
          <a:noFill/>
          <a:ln w="60325" cap="flat">
            <a:solidFill>
              <a:srgbClr val="007E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D25FD8A8-4EA9-7BBC-2FF0-9138D831EBA3}"/>
              </a:ext>
            </a:extLst>
          </p:cNvPr>
          <p:cNvSpPr>
            <a:spLocks/>
          </p:cNvSpPr>
          <p:nvPr userDrawn="1"/>
        </p:nvSpPr>
        <p:spPr bwMode="auto">
          <a:xfrm>
            <a:off x="4763" y="5835054"/>
            <a:ext cx="1822450" cy="444500"/>
          </a:xfrm>
          <a:custGeom>
            <a:avLst/>
            <a:gdLst>
              <a:gd name="T0" fmla="*/ 0 w 662"/>
              <a:gd name="T1" fmla="*/ 161 h 161"/>
              <a:gd name="T2" fmla="*/ 147 w 662"/>
              <a:gd name="T3" fmla="*/ 161 h 161"/>
              <a:gd name="T4" fmla="*/ 170 w 662"/>
              <a:gd name="T5" fmla="*/ 139 h 161"/>
              <a:gd name="T6" fmla="*/ 170 w 662"/>
              <a:gd name="T7" fmla="*/ 22 h 161"/>
              <a:gd name="T8" fmla="*/ 192 w 662"/>
              <a:gd name="T9" fmla="*/ 0 h 161"/>
              <a:gd name="T10" fmla="*/ 662 w 662"/>
              <a:gd name="T11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62" h="161">
                <a:moveTo>
                  <a:pt x="0" y="161"/>
                </a:moveTo>
                <a:cubicBezTo>
                  <a:pt x="147" y="161"/>
                  <a:pt x="147" y="161"/>
                  <a:pt x="147" y="161"/>
                </a:cubicBezTo>
                <a:cubicBezTo>
                  <a:pt x="160" y="161"/>
                  <a:pt x="170" y="151"/>
                  <a:pt x="170" y="139"/>
                </a:cubicBezTo>
                <a:cubicBezTo>
                  <a:pt x="170" y="22"/>
                  <a:pt x="170" y="22"/>
                  <a:pt x="170" y="22"/>
                </a:cubicBezTo>
                <a:cubicBezTo>
                  <a:pt x="170" y="10"/>
                  <a:pt x="180" y="0"/>
                  <a:pt x="192" y="0"/>
                </a:cubicBezTo>
                <a:cubicBezTo>
                  <a:pt x="662" y="0"/>
                  <a:pt x="662" y="0"/>
                  <a:pt x="662" y="0"/>
                </a:cubicBezTo>
              </a:path>
            </a:pathLst>
          </a:custGeom>
          <a:noFill/>
          <a:ln w="60325" cap="flat">
            <a:solidFill>
              <a:srgbClr val="00A355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9A83807C-0866-7AF0-9A4B-E5834A679028}"/>
              </a:ext>
            </a:extLst>
          </p:cNvPr>
          <p:cNvSpPr>
            <a:spLocks/>
          </p:cNvSpPr>
          <p:nvPr userDrawn="1"/>
        </p:nvSpPr>
        <p:spPr bwMode="auto">
          <a:xfrm>
            <a:off x="3175" y="6306541"/>
            <a:ext cx="1168400" cy="100013"/>
          </a:xfrm>
          <a:custGeom>
            <a:avLst/>
            <a:gdLst>
              <a:gd name="T0" fmla="*/ 0 w 425"/>
              <a:gd name="T1" fmla="*/ 36 h 36"/>
              <a:gd name="T2" fmla="*/ 276 w 425"/>
              <a:gd name="T3" fmla="*/ 36 h 36"/>
              <a:gd name="T4" fmla="*/ 287 w 425"/>
              <a:gd name="T5" fmla="*/ 25 h 36"/>
              <a:gd name="T6" fmla="*/ 287 w 425"/>
              <a:gd name="T7" fmla="*/ 10 h 36"/>
              <a:gd name="T8" fmla="*/ 297 w 425"/>
              <a:gd name="T9" fmla="*/ 0 h 36"/>
              <a:gd name="T10" fmla="*/ 425 w 425"/>
              <a:gd name="T11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5" h="36">
                <a:moveTo>
                  <a:pt x="0" y="36"/>
                </a:moveTo>
                <a:cubicBezTo>
                  <a:pt x="276" y="36"/>
                  <a:pt x="276" y="36"/>
                  <a:pt x="276" y="36"/>
                </a:cubicBezTo>
                <a:cubicBezTo>
                  <a:pt x="282" y="36"/>
                  <a:pt x="287" y="31"/>
                  <a:pt x="287" y="25"/>
                </a:cubicBezTo>
                <a:cubicBezTo>
                  <a:pt x="287" y="10"/>
                  <a:pt x="287" y="10"/>
                  <a:pt x="287" y="10"/>
                </a:cubicBezTo>
                <a:cubicBezTo>
                  <a:pt x="287" y="4"/>
                  <a:pt x="291" y="0"/>
                  <a:pt x="297" y="0"/>
                </a:cubicBezTo>
                <a:cubicBezTo>
                  <a:pt x="425" y="0"/>
                  <a:pt x="425" y="0"/>
                  <a:pt x="425" y="0"/>
                </a:cubicBezTo>
              </a:path>
            </a:pathLst>
          </a:custGeom>
          <a:noFill/>
          <a:ln w="38100" cap="flat">
            <a:solidFill>
              <a:srgbClr val="ED71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FDB6B17E-05DE-3EA7-B4EB-4A06A062CBE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75" y="6739929"/>
            <a:ext cx="2192338" cy="0"/>
          </a:xfrm>
          <a:prstGeom prst="line">
            <a:avLst/>
          </a:prstGeom>
          <a:noFill/>
          <a:ln w="38100" cap="flat">
            <a:solidFill>
              <a:srgbClr val="FDD14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27DDCE07-2EA2-453C-B3A1-CDEB5E2B75FC}"/>
              </a:ext>
            </a:extLst>
          </p:cNvPr>
          <p:cNvSpPr>
            <a:spLocks/>
          </p:cNvSpPr>
          <p:nvPr userDrawn="1"/>
        </p:nvSpPr>
        <p:spPr bwMode="auto">
          <a:xfrm>
            <a:off x="3175" y="6979641"/>
            <a:ext cx="2984500" cy="400050"/>
          </a:xfrm>
          <a:custGeom>
            <a:avLst/>
            <a:gdLst>
              <a:gd name="T0" fmla="*/ 0 w 1085"/>
              <a:gd name="T1" fmla="*/ 0 h 145"/>
              <a:gd name="T2" fmla="*/ 631 w 1085"/>
              <a:gd name="T3" fmla="*/ 0 h 145"/>
              <a:gd name="T4" fmla="*/ 650 w 1085"/>
              <a:gd name="T5" fmla="*/ 19 h 145"/>
              <a:gd name="T6" fmla="*/ 650 w 1085"/>
              <a:gd name="T7" fmla="*/ 126 h 145"/>
              <a:gd name="T8" fmla="*/ 669 w 1085"/>
              <a:gd name="T9" fmla="*/ 145 h 145"/>
              <a:gd name="T10" fmla="*/ 1085 w 1085"/>
              <a:gd name="T11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85" h="145">
                <a:moveTo>
                  <a:pt x="0" y="0"/>
                </a:moveTo>
                <a:cubicBezTo>
                  <a:pt x="631" y="0"/>
                  <a:pt x="631" y="0"/>
                  <a:pt x="631" y="0"/>
                </a:cubicBezTo>
                <a:cubicBezTo>
                  <a:pt x="641" y="0"/>
                  <a:pt x="650" y="9"/>
                  <a:pt x="650" y="19"/>
                </a:cubicBezTo>
                <a:cubicBezTo>
                  <a:pt x="650" y="126"/>
                  <a:pt x="650" y="126"/>
                  <a:pt x="650" y="126"/>
                </a:cubicBezTo>
                <a:cubicBezTo>
                  <a:pt x="650" y="137"/>
                  <a:pt x="659" y="145"/>
                  <a:pt x="669" y="145"/>
                </a:cubicBezTo>
                <a:cubicBezTo>
                  <a:pt x="1085" y="145"/>
                  <a:pt x="1085" y="145"/>
                  <a:pt x="1085" y="145"/>
                </a:cubicBezTo>
              </a:path>
            </a:pathLst>
          </a:custGeom>
          <a:noFill/>
          <a:ln w="60325" cap="flat">
            <a:solidFill>
              <a:srgbClr val="8C469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1ABCA4-8354-4B3A-7E84-5DFAC00995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41500" y="5789016"/>
            <a:ext cx="95250" cy="93663"/>
          </a:xfrm>
          <a:prstGeom prst="ellipse">
            <a:avLst/>
          </a:prstGeom>
          <a:noFill/>
          <a:ln w="38100" cap="rnd">
            <a:solidFill>
              <a:srgbClr val="00A35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3EA0D69-B1AB-5E69-0DC5-AD5723040ED0}"/>
              </a:ext>
            </a:extLst>
          </p:cNvPr>
          <p:cNvSpPr>
            <a:spLocks/>
          </p:cNvSpPr>
          <p:nvPr userDrawn="1"/>
        </p:nvSpPr>
        <p:spPr bwMode="auto">
          <a:xfrm>
            <a:off x="2822575" y="5512791"/>
            <a:ext cx="146050" cy="146050"/>
          </a:xfrm>
          <a:custGeom>
            <a:avLst/>
            <a:gdLst>
              <a:gd name="T0" fmla="*/ 49 w 53"/>
              <a:gd name="T1" fmla="*/ 21 h 53"/>
              <a:gd name="T2" fmla="*/ 21 w 53"/>
              <a:gd name="T3" fmla="*/ 49 h 53"/>
              <a:gd name="T4" fmla="*/ 4 w 53"/>
              <a:gd name="T5" fmla="*/ 32 h 53"/>
              <a:gd name="T6" fmla="*/ 32 w 53"/>
              <a:gd name="T7" fmla="*/ 4 h 53"/>
              <a:gd name="T8" fmla="*/ 49 w 53"/>
              <a:gd name="T9" fmla="*/ 21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53">
                <a:moveTo>
                  <a:pt x="49" y="21"/>
                </a:moveTo>
                <a:cubicBezTo>
                  <a:pt x="53" y="38"/>
                  <a:pt x="38" y="53"/>
                  <a:pt x="21" y="49"/>
                </a:cubicBezTo>
                <a:cubicBezTo>
                  <a:pt x="13" y="47"/>
                  <a:pt x="6" y="41"/>
                  <a:pt x="4" y="32"/>
                </a:cubicBezTo>
                <a:cubicBezTo>
                  <a:pt x="0" y="15"/>
                  <a:pt x="15" y="0"/>
                  <a:pt x="32" y="4"/>
                </a:cubicBezTo>
                <a:cubicBezTo>
                  <a:pt x="40" y="6"/>
                  <a:pt x="47" y="13"/>
                  <a:pt x="49" y="21"/>
                </a:cubicBezTo>
                <a:close/>
              </a:path>
            </a:pathLst>
          </a:custGeom>
          <a:noFill/>
          <a:ln w="60325" cap="flat">
            <a:solidFill>
              <a:srgbClr val="007E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0E6C88-0FE3-E841-CE4E-68041A3B89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60688" y="7316191"/>
            <a:ext cx="130175" cy="130175"/>
          </a:xfrm>
          <a:prstGeom prst="ellipse">
            <a:avLst/>
          </a:prstGeom>
          <a:noFill/>
          <a:ln w="60325" cap="flat">
            <a:solidFill>
              <a:srgbClr val="8C469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A6E50DFD-6238-6127-E45F-298ADD819345}"/>
              </a:ext>
            </a:extLst>
          </p:cNvPr>
          <p:cNvSpPr>
            <a:spLocks/>
          </p:cNvSpPr>
          <p:nvPr userDrawn="1"/>
        </p:nvSpPr>
        <p:spPr bwMode="auto">
          <a:xfrm>
            <a:off x="3175" y="5654079"/>
            <a:ext cx="8845550" cy="912813"/>
          </a:xfrm>
          <a:custGeom>
            <a:avLst/>
            <a:gdLst>
              <a:gd name="T0" fmla="*/ 0 w 5572"/>
              <a:gd name="T1" fmla="*/ 575 h 575"/>
              <a:gd name="T2" fmla="*/ 1894 w 5572"/>
              <a:gd name="T3" fmla="*/ 575 h 575"/>
              <a:gd name="T4" fmla="*/ 2281 w 5572"/>
              <a:gd name="T5" fmla="*/ 0 h 575"/>
              <a:gd name="T6" fmla="*/ 5572 w 5572"/>
              <a:gd name="T7" fmla="*/ 0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72" h="575">
                <a:moveTo>
                  <a:pt x="0" y="575"/>
                </a:moveTo>
                <a:lnTo>
                  <a:pt x="1894" y="575"/>
                </a:lnTo>
                <a:lnTo>
                  <a:pt x="2281" y="0"/>
                </a:lnTo>
                <a:lnTo>
                  <a:pt x="5572" y="0"/>
                </a:lnTo>
              </a:path>
            </a:pathLst>
          </a:custGeom>
          <a:noFill/>
          <a:ln w="131763" cap="flat">
            <a:solidFill>
              <a:srgbClr val="CA151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Oval 24">
            <a:extLst>
              <a:ext uri="{FF2B5EF4-FFF2-40B4-BE49-F238E27FC236}">
                <a16:creationId xmlns:a16="http://schemas.microsoft.com/office/drawing/2014/main" id="{343A8497-B11A-AA1A-3E6B-3ED5914C77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67775" y="5508029"/>
            <a:ext cx="303213" cy="300038"/>
          </a:xfrm>
          <a:prstGeom prst="ellipse">
            <a:avLst/>
          </a:prstGeom>
          <a:noFill/>
          <a:ln w="114300" cap="flat">
            <a:solidFill>
              <a:srgbClr val="CA151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Oval 25">
            <a:extLst>
              <a:ext uri="{FF2B5EF4-FFF2-40B4-BE49-F238E27FC236}">
                <a16:creationId xmlns:a16="http://schemas.microsoft.com/office/drawing/2014/main" id="{970141A2-93EA-D9AB-D6EF-497D63619B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71575" y="6254154"/>
            <a:ext cx="96838" cy="96838"/>
          </a:xfrm>
          <a:prstGeom prst="ellipse">
            <a:avLst/>
          </a:prstGeom>
          <a:noFill/>
          <a:ln w="38100" cap="flat">
            <a:solidFill>
              <a:srgbClr val="ED71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8" name="Oval 26">
            <a:extLst>
              <a:ext uri="{FF2B5EF4-FFF2-40B4-BE49-F238E27FC236}">
                <a16:creationId xmlns:a16="http://schemas.microsoft.com/office/drawing/2014/main" id="{6281D598-0770-A9C9-764E-07555B7AE8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92338" y="6695479"/>
            <a:ext cx="96838" cy="96838"/>
          </a:xfrm>
          <a:prstGeom prst="ellipse">
            <a:avLst/>
          </a:prstGeom>
          <a:noFill/>
          <a:ln w="38100" cap="flat">
            <a:solidFill>
              <a:srgbClr val="FDD14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9" name="Oval 27">
            <a:extLst>
              <a:ext uri="{FF2B5EF4-FFF2-40B4-BE49-F238E27FC236}">
                <a16:creationId xmlns:a16="http://schemas.microsoft.com/office/drawing/2014/main" id="{1BCEB5D7-AA1D-C5A8-82FC-5DDAE27FAE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35225" y="7095529"/>
            <a:ext cx="96838" cy="96838"/>
          </a:xfrm>
          <a:prstGeom prst="ellipse">
            <a:avLst/>
          </a:prstGeom>
          <a:noFill/>
          <a:ln w="38100" cap="flat">
            <a:solidFill>
              <a:srgbClr val="00B9E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0" name="Freeform 28">
            <a:extLst>
              <a:ext uri="{FF2B5EF4-FFF2-40B4-BE49-F238E27FC236}">
                <a16:creationId xmlns:a16="http://schemas.microsoft.com/office/drawing/2014/main" id="{CFE9D1EF-B725-0803-DBB2-BAF7DFBA224F}"/>
              </a:ext>
            </a:extLst>
          </p:cNvPr>
          <p:cNvSpPr>
            <a:spLocks/>
          </p:cNvSpPr>
          <p:nvPr userDrawn="1"/>
        </p:nvSpPr>
        <p:spPr bwMode="auto">
          <a:xfrm>
            <a:off x="0" y="6855816"/>
            <a:ext cx="2439988" cy="292100"/>
          </a:xfrm>
          <a:custGeom>
            <a:avLst/>
            <a:gdLst>
              <a:gd name="T0" fmla="*/ 0 w 887"/>
              <a:gd name="T1" fmla="*/ 0 h 106"/>
              <a:gd name="T2" fmla="*/ 322 w 887"/>
              <a:gd name="T3" fmla="*/ 0 h 106"/>
              <a:gd name="T4" fmla="*/ 336 w 887"/>
              <a:gd name="T5" fmla="*/ 13 h 106"/>
              <a:gd name="T6" fmla="*/ 336 w 887"/>
              <a:gd name="T7" fmla="*/ 92 h 106"/>
              <a:gd name="T8" fmla="*/ 349 w 887"/>
              <a:gd name="T9" fmla="*/ 106 h 106"/>
              <a:gd name="T10" fmla="*/ 887 w 887"/>
              <a:gd name="T11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7" h="106">
                <a:moveTo>
                  <a:pt x="0" y="0"/>
                </a:moveTo>
                <a:cubicBezTo>
                  <a:pt x="322" y="0"/>
                  <a:pt x="322" y="0"/>
                  <a:pt x="322" y="0"/>
                </a:cubicBezTo>
                <a:cubicBezTo>
                  <a:pt x="330" y="0"/>
                  <a:pt x="336" y="6"/>
                  <a:pt x="336" y="13"/>
                </a:cubicBezTo>
                <a:cubicBezTo>
                  <a:pt x="336" y="92"/>
                  <a:pt x="336" y="92"/>
                  <a:pt x="336" y="92"/>
                </a:cubicBezTo>
                <a:cubicBezTo>
                  <a:pt x="336" y="100"/>
                  <a:pt x="342" y="106"/>
                  <a:pt x="349" y="106"/>
                </a:cubicBezTo>
                <a:cubicBezTo>
                  <a:pt x="887" y="106"/>
                  <a:pt x="887" y="106"/>
                  <a:pt x="887" y="106"/>
                </a:cubicBezTo>
              </a:path>
            </a:pathLst>
          </a:custGeom>
          <a:noFill/>
          <a:ln w="60325" cap="flat">
            <a:solidFill>
              <a:srgbClr val="00B9E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39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7C663A1C-BCCB-8C10-FF64-805126C5D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307263"/>
            <a:ext cx="4462463" cy="25241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971" dirty="0">
                <a:latin typeface="Calibri" panose="020F0502020204030204" pitchFamily="34" charset="0"/>
                <a:ea typeface="HGｺﾞｼｯｸE" panose="020B0909000000000000" pitchFamily="49" charset="-128"/>
              </a:rPr>
              <a:t>Copyright © 2020  ink </a:t>
            </a:r>
            <a:r>
              <a:rPr lang="en-US" altLang="ja-JP" sz="971" dirty="0" err="1">
                <a:latin typeface="Calibri" panose="020F0502020204030204" pitchFamily="34" charset="0"/>
                <a:ea typeface="HGｺﾞｼｯｸE" panose="020B0909000000000000" pitchFamily="49" charset="-128"/>
              </a:rPr>
              <a:t>inc.</a:t>
            </a:r>
            <a:r>
              <a:rPr lang="en-US" altLang="ja-JP" sz="971" dirty="0">
                <a:latin typeface="Calibri" panose="020F0502020204030204" pitchFamily="34" charset="0"/>
                <a:ea typeface="HGｺﾞｼｯｸE" panose="020B0909000000000000" pitchFamily="49" charset="-128"/>
              </a:rPr>
              <a:t>  All Rights Reserved. |  </a:t>
            </a:r>
            <a:r>
              <a:rPr lang="en-US" altLang="ja-JP" sz="971" dirty="0">
                <a:solidFill>
                  <a:srgbClr val="CC0000"/>
                </a:solidFill>
                <a:latin typeface="Calibri" panose="020F0502020204030204" pitchFamily="34" charset="0"/>
                <a:ea typeface="HGｺﾞｼｯｸE" panose="020B0909000000000000" pitchFamily="49" charset="-128"/>
              </a:rPr>
              <a:t>CONFIDENTIAL</a:t>
            </a:r>
            <a:endParaRPr lang="ja-JP" altLang="ja-JP" sz="971" dirty="0">
              <a:solidFill>
                <a:srgbClr val="CC0000"/>
              </a:solidFill>
              <a:latin typeface="Calibri" panose="020F0502020204030204" pitchFamily="34" charset="0"/>
              <a:ea typeface="HGｺﾞｼｯｸE" panose="020B0909000000000000" pitchFamily="49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01886" y="2348403"/>
            <a:ext cx="9088041" cy="162043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603772" y="4283816"/>
            <a:ext cx="7484269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34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6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0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73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60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54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47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725085DE-32D9-39AB-D913-05C6F755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DDD1620-225B-D0E3-38BF-31124EA56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67BB10A9-F72A-1076-2384-07553D90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7850" y="7186613"/>
            <a:ext cx="2493963" cy="4032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DEFF6-646E-4593-97E9-ACF88F1CCF1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421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34591" y="1763928"/>
            <a:ext cx="4722217" cy="4989036"/>
          </a:xfrm>
        </p:spPr>
        <p:txBody>
          <a:bodyPr/>
          <a:lstStyle>
            <a:lvl1pPr>
              <a:defRPr sz="3022"/>
            </a:lvl1pPr>
            <a:lvl2pPr>
              <a:defRPr sz="2590"/>
            </a:lvl2pPr>
            <a:lvl3pPr>
              <a:defRPr sz="2159"/>
            </a:lvl3pPr>
            <a:lvl4pPr>
              <a:defRPr sz="1943"/>
            </a:lvl4pPr>
            <a:lvl5pPr>
              <a:defRPr sz="1943"/>
            </a:lvl5pPr>
            <a:lvl6pPr>
              <a:defRPr sz="1943"/>
            </a:lvl6pPr>
            <a:lvl7pPr>
              <a:defRPr sz="1943"/>
            </a:lvl7pPr>
            <a:lvl8pPr>
              <a:defRPr sz="1943"/>
            </a:lvl8pPr>
            <a:lvl9pPr>
              <a:defRPr sz="1943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35005" y="1763928"/>
            <a:ext cx="4722217" cy="4989036"/>
          </a:xfrm>
        </p:spPr>
        <p:txBody>
          <a:bodyPr/>
          <a:lstStyle>
            <a:lvl1pPr>
              <a:defRPr sz="3022"/>
            </a:lvl1pPr>
            <a:lvl2pPr>
              <a:defRPr sz="2590"/>
            </a:lvl2pPr>
            <a:lvl3pPr>
              <a:defRPr sz="2159"/>
            </a:lvl3pPr>
            <a:lvl4pPr>
              <a:defRPr sz="1943"/>
            </a:lvl4pPr>
            <a:lvl5pPr>
              <a:defRPr sz="1943"/>
            </a:lvl5pPr>
            <a:lvl6pPr>
              <a:defRPr sz="1943"/>
            </a:lvl6pPr>
            <a:lvl7pPr>
              <a:defRPr sz="1943"/>
            </a:lvl7pPr>
            <a:lvl8pPr>
              <a:defRPr sz="1943"/>
            </a:lvl8pPr>
            <a:lvl9pPr>
              <a:defRPr sz="1943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8F5ECE6F-6A79-A778-2714-2E04F646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4B0DDF61-7B58-E7A5-759F-96B18304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D9F694F8-45C4-8C38-AFB7-A41E09D2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CD14D-CF54-4F25-B7F4-21DFF5E7853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64025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34591" y="1692178"/>
            <a:ext cx="4724074" cy="705219"/>
          </a:xfrm>
        </p:spPr>
        <p:txBody>
          <a:bodyPr anchor="b"/>
          <a:lstStyle>
            <a:lvl1pPr marL="0" indent="0">
              <a:buNone/>
              <a:defRPr sz="2590" b="1"/>
            </a:lvl1pPr>
            <a:lvl2pPr marL="493456" indent="0">
              <a:buNone/>
              <a:defRPr sz="2159" b="1"/>
            </a:lvl2pPr>
            <a:lvl3pPr marL="986912" indent="0">
              <a:buNone/>
              <a:defRPr sz="1943" b="1"/>
            </a:lvl3pPr>
            <a:lvl4pPr marL="1480368" indent="0">
              <a:buNone/>
              <a:defRPr sz="1727" b="1"/>
            </a:lvl4pPr>
            <a:lvl5pPr marL="1973824" indent="0">
              <a:buNone/>
              <a:defRPr sz="1727" b="1"/>
            </a:lvl5pPr>
            <a:lvl6pPr marL="2467280" indent="0">
              <a:buNone/>
              <a:defRPr sz="1727" b="1"/>
            </a:lvl6pPr>
            <a:lvl7pPr marL="2960736" indent="0">
              <a:buNone/>
              <a:defRPr sz="1727" b="1"/>
            </a:lvl7pPr>
            <a:lvl8pPr marL="3454192" indent="0">
              <a:buNone/>
              <a:defRPr sz="1727" b="1"/>
            </a:lvl8pPr>
            <a:lvl9pPr marL="3947648" indent="0">
              <a:buNone/>
              <a:defRPr sz="1727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34591" y="2397397"/>
            <a:ext cx="4724074" cy="4355563"/>
          </a:xfrm>
        </p:spPr>
        <p:txBody>
          <a:bodyPr/>
          <a:lstStyle>
            <a:lvl1pPr>
              <a:defRPr sz="2590"/>
            </a:lvl1pPr>
            <a:lvl2pPr>
              <a:defRPr sz="2159"/>
            </a:lvl2pPr>
            <a:lvl3pPr>
              <a:defRPr sz="1943"/>
            </a:lvl3pPr>
            <a:lvl4pPr>
              <a:defRPr sz="1727"/>
            </a:lvl4pPr>
            <a:lvl5pPr>
              <a:defRPr sz="1727"/>
            </a:lvl5pPr>
            <a:lvl6pPr>
              <a:defRPr sz="1727"/>
            </a:lvl6pPr>
            <a:lvl7pPr>
              <a:defRPr sz="1727"/>
            </a:lvl7pPr>
            <a:lvl8pPr>
              <a:defRPr sz="1727"/>
            </a:lvl8pPr>
            <a:lvl9pPr>
              <a:defRPr sz="1727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431294" y="1692178"/>
            <a:ext cx="4725930" cy="705219"/>
          </a:xfrm>
        </p:spPr>
        <p:txBody>
          <a:bodyPr anchor="b"/>
          <a:lstStyle>
            <a:lvl1pPr marL="0" indent="0">
              <a:buNone/>
              <a:defRPr sz="2590" b="1"/>
            </a:lvl1pPr>
            <a:lvl2pPr marL="493456" indent="0">
              <a:buNone/>
              <a:defRPr sz="2159" b="1"/>
            </a:lvl2pPr>
            <a:lvl3pPr marL="986912" indent="0">
              <a:buNone/>
              <a:defRPr sz="1943" b="1"/>
            </a:lvl3pPr>
            <a:lvl4pPr marL="1480368" indent="0">
              <a:buNone/>
              <a:defRPr sz="1727" b="1"/>
            </a:lvl4pPr>
            <a:lvl5pPr marL="1973824" indent="0">
              <a:buNone/>
              <a:defRPr sz="1727" b="1"/>
            </a:lvl5pPr>
            <a:lvl6pPr marL="2467280" indent="0">
              <a:buNone/>
              <a:defRPr sz="1727" b="1"/>
            </a:lvl6pPr>
            <a:lvl7pPr marL="2960736" indent="0">
              <a:buNone/>
              <a:defRPr sz="1727" b="1"/>
            </a:lvl7pPr>
            <a:lvl8pPr marL="3454192" indent="0">
              <a:buNone/>
              <a:defRPr sz="1727" b="1"/>
            </a:lvl8pPr>
            <a:lvl9pPr marL="3947648" indent="0">
              <a:buNone/>
              <a:defRPr sz="1727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431294" y="2397397"/>
            <a:ext cx="4725930" cy="4355563"/>
          </a:xfrm>
        </p:spPr>
        <p:txBody>
          <a:bodyPr/>
          <a:lstStyle>
            <a:lvl1pPr>
              <a:defRPr sz="2590"/>
            </a:lvl1pPr>
            <a:lvl2pPr>
              <a:defRPr sz="2159"/>
            </a:lvl2pPr>
            <a:lvl3pPr>
              <a:defRPr sz="1943"/>
            </a:lvl3pPr>
            <a:lvl4pPr>
              <a:defRPr sz="1727"/>
            </a:lvl4pPr>
            <a:lvl5pPr>
              <a:defRPr sz="1727"/>
            </a:lvl5pPr>
            <a:lvl6pPr>
              <a:defRPr sz="1727"/>
            </a:lvl6pPr>
            <a:lvl7pPr>
              <a:defRPr sz="1727"/>
            </a:lvl7pPr>
            <a:lvl8pPr>
              <a:defRPr sz="1727"/>
            </a:lvl8pPr>
            <a:lvl9pPr>
              <a:defRPr sz="1727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29DD3CCD-27E2-FBFF-9AC4-59E86824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57E172AA-C416-F0F0-60D3-3809C8E1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00418731-8961-BD89-6478-B091ED68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5AA34-0E1F-41DF-ABB7-7CD43E1E26C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626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EF0786CF-152A-8B2F-C7FF-CE6C1C353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785D4238-8353-2F13-2B55-C60D7F13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CBCA91F6-EF93-C73B-C2DF-CDD347BB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3758D-93A1-4A6F-9C57-7FFCA0EB9C3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78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156BEC33-56F5-5A07-A330-81F07BC0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C4964321-56F4-B350-6938-4950AED0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E5842380-0E9D-0426-BB4A-AAA861A8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1D5DA-D621-458B-9C10-5B4B27B44B0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9429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4591" y="300987"/>
            <a:ext cx="3517533" cy="1280945"/>
          </a:xfrm>
        </p:spPr>
        <p:txBody>
          <a:bodyPr anchor="b"/>
          <a:lstStyle>
            <a:lvl1pPr algn="l">
              <a:defRPr sz="2159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180204" y="300991"/>
            <a:ext cx="5977020" cy="6451973"/>
          </a:xfrm>
        </p:spPr>
        <p:txBody>
          <a:bodyPr/>
          <a:lstStyle>
            <a:lvl1pPr>
              <a:defRPr sz="3454"/>
            </a:lvl1pPr>
            <a:lvl2pPr>
              <a:defRPr sz="3022"/>
            </a:lvl2pPr>
            <a:lvl3pPr>
              <a:defRPr sz="2590"/>
            </a:lvl3pPr>
            <a:lvl4pPr>
              <a:defRPr sz="2159"/>
            </a:lvl4pPr>
            <a:lvl5pPr>
              <a:defRPr sz="2159"/>
            </a:lvl5pPr>
            <a:lvl6pPr>
              <a:defRPr sz="2159"/>
            </a:lvl6pPr>
            <a:lvl7pPr>
              <a:defRPr sz="2159"/>
            </a:lvl7pPr>
            <a:lvl8pPr>
              <a:defRPr sz="2159"/>
            </a:lvl8pPr>
            <a:lvl9pPr>
              <a:defRPr sz="2159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34591" y="1581936"/>
            <a:ext cx="3517533" cy="5171028"/>
          </a:xfrm>
        </p:spPr>
        <p:txBody>
          <a:bodyPr/>
          <a:lstStyle>
            <a:lvl1pPr marL="0" indent="0">
              <a:buNone/>
              <a:defRPr sz="1511"/>
            </a:lvl1pPr>
            <a:lvl2pPr marL="493456" indent="0">
              <a:buNone/>
              <a:defRPr sz="1295"/>
            </a:lvl2pPr>
            <a:lvl3pPr marL="986912" indent="0">
              <a:buNone/>
              <a:defRPr sz="1079"/>
            </a:lvl3pPr>
            <a:lvl4pPr marL="1480368" indent="0">
              <a:buNone/>
              <a:defRPr sz="971"/>
            </a:lvl4pPr>
            <a:lvl5pPr marL="1973824" indent="0">
              <a:buNone/>
              <a:defRPr sz="971"/>
            </a:lvl5pPr>
            <a:lvl6pPr marL="2467280" indent="0">
              <a:buNone/>
              <a:defRPr sz="971"/>
            </a:lvl6pPr>
            <a:lvl7pPr marL="2960736" indent="0">
              <a:buNone/>
              <a:defRPr sz="971"/>
            </a:lvl7pPr>
            <a:lvl8pPr marL="3454192" indent="0">
              <a:buNone/>
              <a:defRPr sz="971"/>
            </a:lvl8pPr>
            <a:lvl9pPr marL="3947648" indent="0">
              <a:buNone/>
              <a:defRPr sz="97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EE13FCDB-F87D-9C65-9361-A4B8AC3B9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166AF26C-DEEF-35C7-E43F-BF18D03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01A08B27-5A2D-5411-032F-B209FFC2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6F7CD-9D3A-44A8-9262-AE06B06D32F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5581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95670" y="5291772"/>
            <a:ext cx="6415088" cy="624724"/>
          </a:xfrm>
        </p:spPr>
        <p:txBody>
          <a:bodyPr anchor="b"/>
          <a:lstStyle>
            <a:lvl1pPr algn="l">
              <a:defRPr sz="2159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095670" y="675471"/>
            <a:ext cx="6415088" cy="4535805"/>
          </a:xfrm>
        </p:spPr>
        <p:txBody>
          <a:bodyPr rtlCol="0">
            <a:normAutofit/>
          </a:bodyPr>
          <a:lstStyle>
            <a:lvl1pPr marL="0" indent="0">
              <a:buNone/>
              <a:defRPr sz="3454"/>
            </a:lvl1pPr>
            <a:lvl2pPr marL="493456" indent="0">
              <a:buNone/>
              <a:defRPr sz="3022"/>
            </a:lvl2pPr>
            <a:lvl3pPr marL="986912" indent="0">
              <a:buNone/>
              <a:defRPr sz="2590"/>
            </a:lvl3pPr>
            <a:lvl4pPr marL="1480368" indent="0">
              <a:buNone/>
              <a:defRPr sz="2159"/>
            </a:lvl4pPr>
            <a:lvl5pPr marL="1973824" indent="0">
              <a:buNone/>
              <a:defRPr sz="2159"/>
            </a:lvl5pPr>
            <a:lvl6pPr marL="2467280" indent="0">
              <a:buNone/>
              <a:defRPr sz="2159"/>
            </a:lvl6pPr>
            <a:lvl7pPr marL="2960736" indent="0">
              <a:buNone/>
              <a:defRPr sz="2159"/>
            </a:lvl7pPr>
            <a:lvl8pPr marL="3454192" indent="0">
              <a:buNone/>
              <a:defRPr sz="2159"/>
            </a:lvl8pPr>
            <a:lvl9pPr marL="3947648" indent="0">
              <a:buNone/>
              <a:defRPr sz="2159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095670" y="5916496"/>
            <a:ext cx="6415088" cy="887211"/>
          </a:xfrm>
        </p:spPr>
        <p:txBody>
          <a:bodyPr/>
          <a:lstStyle>
            <a:lvl1pPr marL="0" indent="0">
              <a:buNone/>
              <a:defRPr sz="1511"/>
            </a:lvl1pPr>
            <a:lvl2pPr marL="493456" indent="0">
              <a:buNone/>
              <a:defRPr sz="1295"/>
            </a:lvl2pPr>
            <a:lvl3pPr marL="986912" indent="0">
              <a:buNone/>
              <a:defRPr sz="1079"/>
            </a:lvl3pPr>
            <a:lvl4pPr marL="1480368" indent="0">
              <a:buNone/>
              <a:defRPr sz="971"/>
            </a:lvl4pPr>
            <a:lvl5pPr marL="1973824" indent="0">
              <a:buNone/>
              <a:defRPr sz="971"/>
            </a:lvl5pPr>
            <a:lvl6pPr marL="2467280" indent="0">
              <a:buNone/>
              <a:defRPr sz="971"/>
            </a:lvl6pPr>
            <a:lvl7pPr marL="2960736" indent="0">
              <a:buNone/>
              <a:defRPr sz="971"/>
            </a:lvl7pPr>
            <a:lvl8pPr marL="3454192" indent="0">
              <a:buNone/>
              <a:defRPr sz="971"/>
            </a:lvl8pPr>
            <a:lvl9pPr marL="3947648" indent="0">
              <a:buNone/>
              <a:defRPr sz="97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1CE98E3C-2815-324F-59AA-13CF07AA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4811A47C-4E0E-838B-0126-DB16FAFD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EA5E98D6-99AD-33BB-2319-8DE0642F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50EE7-E458-4553-81B0-CB52B4A2F64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368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F1033B28-8B07-BAF0-37FA-F21CF891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5BA05E59-F3B8-67E6-B345-D53C7588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CD4D39C1-B389-1622-D488-EF601C3B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494FB-2866-47C1-9849-2F0663DEC65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8055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51564" y="302741"/>
            <a:ext cx="2405658" cy="6450223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4591" y="302741"/>
            <a:ext cx="7038777" cy="6450223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FDBB12A5-804B-4C24-B566-5E2D58D4A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7A3D6FF0-C873-4116-190D-7D59AD73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21D87216-1B0D-58D3-DC22-2786B1D3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366D8-9259-4810-96B3-8EC3FCC9CC9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10337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591" y="7006700"/>
            <a:ext cx="2494756" cy="4024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3036" y="7006700"/>
            <a:ext cx="3385741" cy="4024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 rot="16200000">
            <a:off x="6902725" y="3800291"/>
            <a:ext cx="7193940" cy="32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511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3104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FIDENTI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 userDrawn="1"/>
        </p:nvSpPr>
        <p:spPr bwMode="auto">
          <a:xfrm rot="16200000">
            <a:off x="6902725" y="3790576"/>
            <a:ext cx="7193940" cy="34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637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09899" y="128567"/>
            <a:ext cx="7661913" cy="634042"/>
          </a:xfrm>
        </p:spPr>
        <p:txBody>
          <a:bodyPr/>
          <a:lstStyle>
            <a:lvl1pPr>
              <a:defRPr sz="233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13"/>
          </p:nvPr>
        </p:nvSpPr>
        <p:spPr>
          <a:xfrm>
            <a:off x="209900" y="1001695"/>
            <a:ext cx="10019426" cy="6191288"/>
          </a:xfrm>
        </p:spPr>
        <p:txBody>
          <a:bodyPr/>
          <a:lstStyle>
            <a:lvl1pPr>
              <a:defRPr sz="2339"/>
            </a:lvl1pPr>
            <a:lvl2pPr>
              <a:defRPr sz="2105"/>
            </a:lvl2pPr>
            <a:lvl3pPr>
              <a:defRPr sz="1870"/>
            </a:lvl3pPr>
            <a:lvl4pPr>
              <a:defRPr sz="1637"/>
            </a:lvl4pPr>
            <a:lvl5pPr>
              <a:defRPr sz="140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6334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45497" y="7007333"/>
            <a:ext cx="2227461" cy="20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5" tIns="47893" rIns="95785" bIns="47893" numCol="1" anchor="t" anchorCtr="0" compatLnSpc="1">
            <a:prstTxWarp prst="textNoShape">
              <a:avLst/>
            </a:prstTxWarp>
          </a:bodyPr>
          <a:lstStyle>
            <a:lvl1pPr defTabSz="880300">
              <a:spcBef>
                <a:spcPct val="50000"/>
              </a:spcBef>
              <a:defRPr kumimoji="0" sz="101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2463" y="7007333"/>
            <a:ext cx="3385419" cy="20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5" tIns="47893" rIns="95785" bIns="47893" numCol="1" anchor="t" anchorCtr="0" compatLnSpc="1">
            <a:prstTxWarp prst="textNoShape">
              <a:avLst/>
            </a:prstTxWarp>
          </a:bodyPr>
          <a:lstStyle>
            <a:lvl1pPr algn="ctr" defTabSz="880300">
              <a:spcBef>
                <a:spcPct val="50000"/>
              </a:spcBef>
              <a:defRPr kumimoji="0" sz="101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10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65696" y="7293593"/>
            <a:ext cx="2227461" cy="20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5" tIns="47893" rIns="95785" bIns="47893" numCol="1" anchor="t" anchorCtr="0" compatLnSpc="1">
            <a:prstTxWarp prst="textNoShape">
              <a:avLst/>
            </a:prstTxWarp>
          </a:bodyPr>
          <a:lstStyle>
            <a:lvl1pPr algn="r" defTabSz="880300">
              <a:spcBef>
                <a:spcPct val="50000"/>
              </a:spcBef>
              <a:defRPr kumimoji="0" sz="101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>
              <a:defRPr/>
            </a:pPr>
            <a:fld id="{1CDEC458-1127-47B8-8105-F9C0FD49AC8E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54138" y="398454"/>
            <a:ext cx="8306087" cy="6340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6513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5_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B2F82664-7076-BC66-686D-EDA836C49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287006"/>
            <a:ext cx="10691813" cy="285369"/>
          </a:xfrm>
          <a:prstGeom prst="rect">
            <a:avLst/>
          </a:prstGeom>
        </p:spPr>
      </p:pic>
      <p:sp>
        <p:nvSpPr>
          <p:cNvPr id="5" name="AutoShape 3">
            <a:extLst>
              <a:ext uri="{FF2B5EF4-FFF2-40B4-BE49-F238E27FC236}">
                <a16:creationId xmlns:a16="http://schemas.microsoft.com/office/drawing/2014/main" id="{A590C1F7-C91B-9C95-9173-D6B61FACB50C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2378075"/>
            <a:ext cx="9955213" cy="302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56220FF4-D761-AAD1-5360-F23A48906D84}"/>
              </a:ext>
            </a:extLst>
          </p:cNvPr>
          <p:cNvSpPr>
            <a:spLocks/>
          </p:cNvSpPr>
          <p:nvPr userDrawn="1"/>
        </p:nvSpPr>
        <p:spPr bwMode="auto">
          <a:xfrm>
            <a:off x="3175" y="3524250"/>
            <a:ext cx="2822575" cy="549275"/>
          </a:xfrm>
          <a:custGeom>
            <a:avLst/>
            <a:gdLst>
              <a:gd name="T0" fmla="*/ 0 w 1026"/>
              <a:gd name="T1" fmla="*/ 199 h 199"/>
              <a:gd name="T2" fmla="*/ 307 w 1026"/>
              <a:gd name="T3" fmla="*/ 199 h 199"/>
              <a:gd name="T4" fmla="*/ 328 w 1026"/>
              <a:gd name="T5" fmla="*/ 177 h 199"/>
              <a:gd name="T6" fmla="*/ 328 w 1026"/>
              <a:gd name="T7" fmla="*/ 21 h 199"/>
              <a:gd name="T8" fmla="*/ 349 w 1026"/>
              <a:gd name="T9" fmla="*/ 0 h 199"/>
              <a:gd name="T10" fmla="*/ 1026 w 1026"/>
              <a:gd name="T11" fmla="*/ 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26" h="199">
                <a:moveTo>
                  <a:pt x="0" y="199"/>
                </a:moveTo>
                <a:cubicBezTo>
                  <a:pt x="307" y="199"/>
                  <a:pt x="307" y="199"/>
                  <a:pt x="307" y="199"/>
                </a:cubicBezTo>
                <a:cubicBezTo>
                  <a:pt x="319" y="199"/>
                  <a:pt x="328" y="189"/>
                  <a:pt x="328" y="177"/>
                </a:cubicBezTo>
                <a:cubicBezTo>
                  <a:pt x="328" y="21"/>
                  <a:pt x="328" y="21"/>
                  <a:pt x="328" y="21"/>
                </a:cubicBezTo>
                <a:cubicBezTo>
                  <a:pt x="328" y="10"/>
                  <a:pt x="338" y="0"/>
                  <a:pt x="349" y="0"/>
                </a:cubicBezTo>
                <a:cubicBezTo>
                  <a:pt x="1026" y="0"/>
                  <a:pt x="1026" y="0"/>
                  <a:pt x="1026" y="0"/>
                </a:cubicBezTo>
              </a:path>
            </a:pathLst>
          </a:custGeom>
          <a:noFill/>
          <a:ln w="60325" cap="flat">
            <a:solidFill>
              <a:srgbClr val="007E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FB0FAAA2-965A-321C-B32F-860A4B3A6A63}"/>
              </a:ext>
            </a:extLst>
          </p:cNvPr>
          <p:cNvSpPr>
            <a:spLocks/>
          </p:cNvSpPr>
          <p:nvPr userDrawn="1"/>
        </p:nvSpPr>
        <p:spPr bwMode="auto">
          <a:xfrm>
            <a:off x="4763" y="3767138"/>
            <a:ext cx="1822450" cy="444500"/>
          </a:xfrm>
          <a:custGeom>
            <a:avLst/>
            <a:gdLst>
              <a:gd name="T0" fmla="*/ 0 w 662"/>
              <a:gd name="T1" fmla="*/ 161 h 161"/>
              <a:gd name="T2" fmla="*/ 147 w 662"/>
              <a:gd name="T3" fmla="*/ 161 h 161"/>
              <a:gd name="T4" fmla="*/ 170 w 662"/>
              <a:gd name="T5" fmla="*/ 139 h 161"/>
              <a:gd name="T6" fmla="*/ 170 w 662"/>
              <a:gd name="T7" fmla="*/ 22 h 161"/>
              <a:gd name="T8" fmla="*/ 192 w 662"/>
              <a:gd name="T9" fmla="*/ 0 h 161"/>
              <a:gd name="T10" fmla="*/ 662 w 662"/>
              <a:gd name="T11" fmla="*/ 0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62" h="161">
                <a:moveTo>
                  <a:pt x="0" y="161"/>
                </a:moveTo>
                <a:cubicBezTo>
                  <a:pt x="147" y="161"/>
                  <a:pt x="147" y="161"/>
                  <a:pt x="147" y="161"/>
                </a:cubicBezTo>
                <a:cubicBezTo>
                  <a:pt x="160" y="161"/>
                  <a:pt x="170" y="151"/>
                  <a:pt x="170" y="139"/>
                </a:cubicBezTo>
                <a:cubicBezTo>
                  <a:pt x="170" y="22"/>
                  <a:pt x="170" y="22"/>
                  <a:pt x="170" y="22"/>
                </a:cubicBezTo>
                <a:cubicBezTo>
                  <a:pt x="170" y="10"/>
                  <a:pt x="180" y="0"/>
                  <a:pt x="192" y="0"/>
                </a:cubicBezTo>
                <a:cubicBezTo>
                  <a:pt x="662" y="0"/>
                  <a:pt x="662" y="0"/>
                  <a:pt x="662" y="0"/>
                </a:cubicBezTo>
              </a:path>
            </a:pathLst>
          </a:custGeom>
          <a:noFill/>
          <a:ln w="60325" cap="flat">
            <a:solidFill>
              <a:srgbClr val="00A355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94FC8A58-D42B-B973-63EA-9882152AC03F}"/>
              </a:ext>
            </a:extLst>
          </p:cNvPr>
          <p:cNvSpPr>
            <a:spLocks/>
          </p:cNvSpPr>
          <p:nvPr userDrawn="1"/>
        </p:nvSpPr>
        <p:spPr bwMode="auto">
          <a:xfrm>
            <a:off x="3175" y="4238625"/>
            <a:ext cx="1168400" cy="100013"/>
          </a:xfrm>
          <a:custGeom>
            <a:avLst/>
            <a:gdLst>
              <a:gd name="T0" fmla="*/ 0 w 425"/>
              <a:gd name="T1" fmla="*/ 36 h 36"/>
              <a:gd name="T2" fmla="*/ 276 w 425"/>
              <a:gd name="T3" fmla="*/ 36 h 36"/>
              <a:gd name="T4" fmla="*/ 287 w 425"/>
              <a:gd name="T5" fmla="*/ 25 h 36"/>
              <a:gd name="T6" fmla="*/ 287 w 425"/>
              <a:gd name="T7" fmla="*/ 10 h 36"/>
              <a:gd name="T8" fmla="*/ 297 w 425"/>
              <a:gd name="T9" fmla="*/ 0 h 36"/>
              <a:gd name="T10" fmla="*/ 425 w 425"/>
              <a:gd name="T11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5" h="36">
                <a:moveTo>
                  <a:pt x="0" y="36"/>
                </a:moveTo>
                <a:cubicBezTo>
                  <a:pt x="276" y="36"/>
                  <a:pt x="276" y="36"/>
                  <a:pt x="276" y="36"/>
                </a:cubicBezTo>
                <a:cubicBezTo>
                  <a:pt x="282" y="36"/>
                  <a:pt x="287" y="31"/>
                  <a:pt x="287" y="25"/>
                </a:cubicBezTo>
                <a:cubicBezTo>
                  <a:pt x="287" y="10"/>
                  <a:pt x="287" y="10"/>
                  <a:pt x="287" y="10"/>
                </a:cubicBezTo>
                <a:cubicBezTo>
                  <a:pt x="287" y="4"/>
                  <a:pt x="291" y="0"/>
                  <a:pt x="297" y="0"/>
                </a:cubicBezTo>
                <a:cubicBezTo>
                  <a:pt x="425" y="0"/>
                  <a:pt x="425" y="0"/>
                  <a:pt x="425" y="0"/>
                </a:cubicBezTo>
              </a:path>
            </a:pathLst>
          </a:custGeom>
          <a:noFill/>
          <a:ln w="38100" cap="flat">
            <a:solidFill>
              <a:srgbClr val="ED71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9F578D12-1101-A6A4-BF31-3962445BDEF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175" y="4672013"/>
            <a:ext cx="2192338" cy="0"/>
          </a:xfrm>
          <a:prstGeom prst="line">
            <a:avLst/>
          </a:prstGeom>
          <a:noFill/>
          <a:ln w="38100" cap="flat">
            <a:solidFill>
              <a:srgbClr val="FDD14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F4175168-B051-7F67-E9CF-0162D577D675}"/>
              </a:ext>
            </a:extLst>
          </p:cNvPr>
          <p:cNvSpPr>
            <a:spLocks/>
          </p:cNvSpPr>
          <p:nvPr userDrawn="1"/>
        </p:nvSpPr>
        <p:spPr bwMode="auto">
          <a:xfrm>
            <a:off x="3175" y="4911725"/>
            <a:ext cx="2984500" cy="400050"/>
          </a:xfrm>
          <a:custGeom>
            <a:avLst/>
            <a:gdLst>
              <a:gd name="T0" fmla="*/ 0 w 1085"/>
              <a:gd name="T1" fmla="*/ 0 h 145"/>
              <a:gd name="T2" fmla="*/ 631 w 1085"/>
              <a:gd name="T3" fmla="*/ 0 h 145"/>
              <a:gd name="T4" fmla="*/ 650 w 1085"/>
              <a:gd name="T5" fmla="*/ 19 h 145"/>
              <a:gd name="T6" fmla="*/ 650 w 1085"/>
              <a:gd name="T7" fmla="*/ 126 h 145"/>
              <a:gd name="T8" fmla="*/ 669 w 1085"/>
              <a:gd name="T9" fmla="*/ 145 h 145"/>
              <a:gd name="T10" fmla="*/ 1085 w 1085"/>
              <a:gd name="T11" fmla="*/ 14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85" h="145">
                <a:moveTo>
                  <a:pt x="0" y="0"/>
                </a:moveTo>
                <a:cubicBezTo>
                  <a:pt x="631" y="0"/>
                  <a:pt x="631" y="0"/>
                  <a:pt x="631" y="0"/>
                </a:cubicBezTo>
                <a:cubicBezTo>
                  <a:pt x="641" y="0"/>
                  <a:pt x="650" y="9"/>
                  <a:pt x="650" y="19"/>
                </a:cubicBezTo>
                <a:cubicBezTo>
                  <a:pt x="650" y="126"/>
                  <a:pt x="650" y="126"/>
                  <a:pt x="650" y="126"/>
                </a:cubicBezTo>
                <a:cubicBezTo>
                  <a:pt x="650" y="137"/>
                  <a:pt x="659" y="145"/>
                  <a:pt x="669" y="145"/>
                </a:cubicBezTo>
                <a:cubicBezTo>
                  <a:pt x="1085" y="145"/>
                  <a:pt x="1085" y="145"/>
                  <a:pt x="1085" y="145"/>
                </a:cubicBezTo>
              </a:path>
            </a:pathLst>
          </a:custGeom>
          <a:noFill/>
          <a:ln w="60325" cap="flat">
            <a:solidFill>
              <a:srgbClr val="8C469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5" name="Oval 11">
            <a:extLst>
              <a:ext uri="{FF2B5EF4-FFF2-40B4-BE49-F238E27FC236}">
                <a16:creationId xmlns:a16="http://schemas.microsoft.com/office/drawing/2014/main" id="{A522B14F-ACD8-B9F3-B1F5-9D5FF5A4AA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41500" y="3721100"/>
            <a:ext cx="95250" cy="93663"/>
          </a:xfrm>
          <a:prstGeom prst="ellipse">
            <a:avLst/>
          </a:prstGeom>
          <a:noFill/>
          <a:ln w="38100" cap="rnd">
            <a:solidFill>
              <a:srgbClr val="00A355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67072F7C-F23E-062E-D8B9-D1E980BD4C15}"/>
              </a:ext>
            </a:extLst>
          </p:cNvPr>
          <p:cNvSpPr>
            <a:spLocks/>
          </p:cNvSpPr>
          <p:nvPr userDrawn="1"/>
        </p:nvSpPr>
        <p:spPr bwMode="auto">
          <a:xfrm>
            <a:off x="2822575" y="3444875"/>
            <a:ext cx="146050" cy="146050"/>
          </a:xfrm>
          <a:custGeom>
            <a:avLst/>
            <a:gdLst>
              <a:gd name="T0" fmla="*/ 49 w 53"/>
              <a:gd name="T1" fmla="*/ 21 h 53"/>
              <a:gd name="T2" fmla="*/ 21 w 53"/>
              <a:gd name="T3" fmla="*/ 49 h 53"/>
              <a:gd name="T4" fmla="*/ 4 w 53"/>
              <a:gd name="T5" fmla="*/ 32 h 53"/>
              <a:gd name="T6" fmla="*/ 32 w 53"/>
              <a:gd name="T7" fmla="*/ 4 h 53"/>
              <a:gd name="T8" fmla="*/ 49 w 53"/>
              <a:gd name="T9" fmla="*/ 21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53">
                <a:moveTo>
                  <a:pt x="49" y="21"/>
                </a:moveTo>
                <a:cubicBezTo>
                  <a:pt x="53" y="38"/>
                  <a:pt x="38" y="53"/>
                  <a:pt x="21" y="49"/>
                </a:cubicBezTo>
                <a:cubicBezTo>
                  <a:pt x="13" y="47"/>
                  <a:pt x="6" y="41"/>
                  <a:pt x="4" y="32"/>
                </a:cubicBezTo>
                <a:cubicBezTo>
                  <a:pt x="0" y="15"/>
                  <a:pt x="15" y="0"/>
                  <a:pt x="32" y="4"/>
                </a:cubicBezTo>
                <a:cubicBezTo>
                  <a:pt x="40" y="6"/>
                  <a:pt x="47" y="13"/>
                  <a:pt x="49" y="21"/>
                </a:cubicBezTo>
                <a:close/>
              </a:path>
            </a:pathLst>
          </a:custGeom>
          <a:noFill/>
          <a:ln w="60325" cap="flat">
            <a:solidFill>
              <a:srgbClr val="007EC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7" name="Oval 13">
            <a:extLst>
              <a:ext uri="{FF2B5EF4-FFF2-40B4-BE49-F238E27FC236}">
                <a16:creationId xmlns:a16="http://schemas.microsoft.com/office/drawing/2014/main" id="{E32DFF45-99CD-5AC3-0495-8AD6BF280B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60688" y="5248275"/>
            <a:ext cx="130175" cy="130175"/>
          </a:xfrm>
          <a:prstGeom prst="ellipse">
            <a:avLst/>
          </a:prstGeom>
          <a:noFill/>
          <a:ln w="60325" cap="flat">
            <a:solidFill>
              <a:srgbClr val="8C4697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3AF1358C-B19B-AEB9-A0FE-E43AC352224B}"/>
              </a:ext>
            </a:extLst>
          </p:cNvPr>
          <p:cNvSpPr>
            <a:spLocks/>
          </p:cNvSpPr>
          <p:nvPr userDrawn="1"/>
        </p:nvSpPr>
        <p:spPr bwMode="auto">
          <a:xfrm>
            <a:off x="3175" y="3586163"/>
            <a:ext cx="8845550" cy="912813"/>
          </a:xfrm>
          <a:custGeom>
            <a:avLst/>
            <a:gdLst>
              <a:gd name="T0" fmla="*/ 0 w 5572"/>
              <a:gd name="T1" fmla="*/ 575 h 575"/>
              <a:gd name="T2" fmla="*/ 1894 w 5572"/>
              <a:gd name="T3" fmla="*/ 575 h 575"/>
              <a:gd name="T4" fmla="*/ 2281 w 5572"/>
              <a:gd name="T5" fmla="*/ 0 h 575"/>
              <a:gd name="T6" fmla="*/ 5572 w 5572"/>
              <a:gd name="T7" fmla="*/ 0 h 5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72" h="575">
                <a:moveTo>
                  <a:pt x="0" y="575"/>
                </a:moveTo>
                <a:lnTo>
                  <a:pt x="1894" y="575"/>
                </a:lnTo>
                <a:lnTo>
                  <a:pt x="2281" y="0"/>
                </a:lnTo>
                <a:lnTo>
                  <a:pt x="5572" y="0"/>
                </a:lnTo>
              </a:path>
            </a:pathLst>
          </a:custGeom>
          <a:noFill/>
          <a:ln w="131763" cap="flat">
            <a:solidFill>
              <a:srgbClr val="CA151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8" name="Oval 24">
            <a:extLst>
              <a:ext uri="{FF2B5EF4-FFF2-40B4-BE49-F238E27FC236}">
                <a16:creationId xmlns:a16="http://schemas.microsoft.com/office/drawing/2014/main" id="{320385C2-BEE6-09FC-C603-C9A9DF229F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867775" y="3440113"/>
            <a:ext cx="303213" cy="300038"/>
          </a:xfrm>
          <a:prstGeom prst="ellipse">
            <a:avLst/>
          </a:prstGeom>
          <a:noFill/>
          <a:ln w="114300" cap="flat">
            <a:solidFill>
              <a:srgbClr val="CA151D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9" name="Oval 25">
            <a:extLst>
              <a:ext uri="{FF2B5EF4-FFF2-40B4-BE49-F238E27FC236}">
                <a16:creationId xmlns:a16="http://schemas.microsoft.com/office/drawing/2014/main" id="{E7A12FC7-5986-84DC-5EF7-63CB6F7A0E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71575" y="4186238"/>
            <a:ext cx="96838" cy="96838"/>
          </a:xfrm>
          <a:prstGeom prst="ellipse">
            <a:avLst/>
          </a:prstGeom>
          <a:noFill/>
          <a:ln w="38100" cap="flat">
            <a:solidFill>
              <a:srgbClr val="ED71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0" name="Oval 26">
            <a:extLst>
              <a:ext uri="{FF2B5EF4-FFF2-40B4-BE49-F238E27FC236}">
                <a16:creationId xmlns:a16="http://schemas.microsoft.com/office/drawing/2014/main" id="{B1547F92-3019-23DC-11D8-A720B4BE1BE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92338" y="4627563"/>
            <a:ext cx="96838" cy="96838"/>
          </a:xfrm>
          <a:prstGeom prst="ellipse">
            <a:avLst/>
          </a:prstGeom>
          <a:noFill/>
          <a:ln w="38100" cap="flat">
            <a:solidFill>
              <a:srgbClr val="FDD14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1" name="Oval 27">
            <a:extLst>
              <a:ext uri="{FF2B5EF4-FFF2-40B4-BE49-F238E27FC236}">
                <a16:creationId xmlns:a16="http://schemas.microsoft.com/office/drawing/2014/main" id="{7B1ACF2C-0F43-1452-7F1A-AC77591A91F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435225" y="5027613"/>
            <a:ext cx="96838" cy="96838"/>
          </a:xfrm>
          <a:prstGeom prst="ellipse">
            <a:avLst/>
          </a:prstGeom>
          <a:noFill/>
          <a:ln w="38100" cap="flat">
            <a:solidFill>
              <a:srgbClr val="00B9E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284AF526-8073-31DB-5EE4-494DBFC18874}"/>
              </a:ext>
            </a:extLst>
          </p:cNvPr>
          <p:cNvSpPr>
            <a:spLocks/>
          </p:cNvSpPr>
          <p:nvPr userDrawn="1"/>
        </p:nvSpPr>
        <p:spPr bwMode="auto">
          <a:xfrm>
            <a:off x="0" y="4787900"/>
            <a:ext cx="2439988" cy="292100"/>
          </a:xfrm>
          <a:custGeom>
            <a:avLst/>
            <a:gdLst>
              <a:gd name="T0" fmla="*/ 0 w 887"/>
              <a:gd name="T1" fmla="*/ 0 h 106"/>
              <a:gd name="T2" fmla="*/ 322 w 887"/>
              <a:gd name="T3" fmla="*/ 0 h 106"/>
              <a:gd name="T4" fmla="*/ 336 w 887"/>
              <a:gd name="T5" fmla="*/ 13 h 106"/>
              <a:gd name="T6" fmla="*/ 336 w 887"/>
              <a:gd name="T7" fmla="*/ 92 h 106"/>
              <a:gd name="T8" fmla="*/ 349 w 887"/>
              <a:gd name="T9" fmla="*/ 106 h 106"/>
              <a:gd name="T10" fmla="*/ 887 w 887"/>
              <a:gd name="T11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7" h="106">
                <a:moveTo>
                  <a:pt x="0" y="0"/>
                </a:moveTo>
                <a:cubicBezTo>
                  <a:pt x="322" y="0"/>
                  <a:pt x="322" y="0"/>
                  <a:pt x="322" y="0"/>
                </a:cubicBezTo>
                <a:cubicBezTo>
                  <a:pt x="330" y="0"/>
                  <a:pt x="336" y="6"/>
                  <a:pt x="336" y="13"/>
                </a:cubicBezTo>
                <a:cubicBezTo>
                  <a:pt x="336" y="92"/>
                  <a:pt x="336" y="92"/>
                  <a:pt x="336" y="92"/>
                </a:cubicBezTo>
                <a:cubicBezTo>
                  <a:pt x="336" y="100"/>
                  <a:pt x="342" y="106"/>
                  <a:pt x="349" y="106"/>
                </a:cubicBezTo>
                <a:cubicBezTo>
                  <a:pt x="887" y="106"/>
                  <a:pt x="887" y="106"/>
                  <a:pt x="887" y="106"/>
                </a:cubicBezTo>
              </a:path>
            </a:pathLst>
          </a:custGeom>
          <a:noFill/>
          <a:ln w="60325" cap="flat">
            <a:solidFill>
              <a:srgbClr val="00B9E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2F805B-025D-C7F1-EE14-536B69CF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721" y="3891314"/>
            <a:ext cx="6392235" cy="480905"/>
          </a:xfrm>
        </p:spPr>
        <p:txBody>
          <a:bodyPr/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C349FE6C-5D9E-8097-3F87-412D944F0A2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27804" y="7287006"/>
            <a:ext cx="1376523" cy="213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100" b="1" kern="120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4DFD0F-CA14-4F64-BBA9-A2308FA1E275}" type="slidenum">
              <a:rPr lang="ja-JP" altLang="en-US" sz="1400" baseline="0" smtClean="0">
                <a:latin typeface="Meiryo" panose="020B0604030504040204" pitchFamily="34" charset="-128"/>
                <a:ea typeface="Meiryo" panose="020B0604030504040204" pitchFamily="34" charset="-128"/>
              </a:rPr>
              <a:pPr/>
              <a:t>‹#›</a:t>
            </a:fld>
            <a:endParaRPr lang="en-US" altLang="ja-JP" sz="1400" baseline="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7259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FIDENTIAL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3" y="3118446"/>
            <a:ext cx="2370389" cy="706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820001" y="3491316"/>
            <a:ext cx="7576674" cy="50397"/>
          </a:xfrm>
          <a:prstGeom prst="rect">
            <a:avLst/>
          </a:prstGeom>
          <a:gradFill rotWithShape="1">
            <a:gsLst>
              <a:gs pos="0">
                <a:srgbClr val="C0C0C0">
                  <a:gamma/>
                  <a:shade val="40000"/>
                  <a:invGamma/>
                </a:srgbClr>
              </a:gs>
              <a:gs pos="100000">
                <a:srgbClr val="C0C0C0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2105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0" y="7356666"/>
            <a:ext cx="1963879" cy="200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ja-JP" sz="702">
                <a:solidFill>
                  <a:schemeClr val="bg1"/>
                </a:solidFill>
              </a:rPr>
              <a:t>Copyright © TOMEN Electronics Corp.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821122" y="2986356"/>
            <a:ext cx="7575553" cy="475980"/>
          </a:xfrm>
        </p:spPr>
        <p:txBody>
          <a:bodyPr/>
          <a:lstStyle>
            <a:lvl1pPr>
              <a:defRPr sz="2806">
                <a:effectLst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821123" y="3543598"/>
            <a:ext cx="7575553" cy="435731"/>
          </a:xfrm>
        </p:spPr>
        <p:txBody>
          <a:bodyPr/>
          <a:lstStyle>
            <a:lvl1pPr marL="0" indent="0">
              <a:buFontTx/>
              <a:buNone/>
              <a:defRPr sz="2105"/>
            </a:lvl1pPr>
          </a:lstStyle>
          <a:p>
            <a:r>
              <a:rPr lang="ja-JP" altLang="en-US" dirty="0"/>
              <a:t>マスター サブタイトルの書式設定</a:t>
            </a:r>
          </a:p>
        </p:txBody>
      </p:sp>
      <p:grpSp>
        <p:nvGrpSpPr>
          <p:cNvPr id="17" name="グループ化 16"/>
          <p:cNvGrpSpPr/>
          <p:nvPr/>
        </p:nvGrpSpPr>
        <p:grpSpPr>
          <a:xfrm>
            <a:off x="185017" y="7330507"/>
            <a:ext cx="10217224" cy="177076"/>
            <a:chOff x="177283" y="6594969"/>
            <a:chExt cx="8738116" cy="160640"/>
          </a:xfrm>
        </p:grpSpPr>
        <p:sp>
          <p:nvSpPr>
            <p:cNvPr id="18" name="正方形/長方形 17"/>
            <p:cNvSpPr/>
            <p:nvPr userDrawn="1"/>
          </p:nvSpPr>
          <p:spPr bwMode="auto">
            <a:xfrm>
              <a:off x="177283" y="6597352"/>
              <a:ext cx="8619056" cy="158011"/>
            </a:xfrm>
            <a:prstGeom prst="rect">
              <a:avLst/>
            </a:prstGeom>
            <a:solidFill>
              <a:srgbClr val="D7000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10691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ja-JP" sz="818" b="1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Copyright </a:t>
              </a:r>
              <a:r>
                <a:rPr lang="en-US" altLang="ja-JP" sz="818" b="0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©</a:t>
              </a:r>
              <a:r>
                <a:rPr lang="en-US" altLang="ja-JP" sz="818" b="1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 TOYOTA</a:t>
              </a:r>
              <a:r>
                <a:rPr lang="en-US" altLang="ja-JP" sz="818" b="1" i="1" baseline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 TSUSHO </a:t>
              </a:r>
              <a:r>
                <a:rPr lang="en-US" altLang="ja-JP" sz="818" b="1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NEXTY ELECTRONICS (THAILAND) CO., LTD.</a:t>
              </a:r>
              <a:endParaRPr kumimoji="1" lang="ja-JP" altLang="en-US" sz="1169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9" name="正方形/長方形 18"/>
            <p:cNvSpPr/>
            <p:nvPr userDrawn="1"/>
          </p:nvSpPr>
          <p:spPr bwMode="auto">
            <a:xfrm>
              <a:off x="6588224" y="6594969"/>
              <a:ext cx="2327175" cy="16064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691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105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21" name="二等辺三角形 20"/>
            <p:cNvSpPr/>
            <p:nvPr userDrawn="1"/>
          </p:nvSpPr>
          <p:spPr bwMode="auto">
            <a:xfrm>
              <a:off x="6498431" y="6600828"/>
              <a:ext cx="180976" cy="15478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691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105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6" name="Rectangle 15"/>
          <p:cNvSpPr/>
          <p:nvPr userDrawn="1"/>
        </p:nvSpPr>
        <p:spPr bwMode="auto">
          <a:xfrm>
            <a:off x="7681143" y="115955"/>
            <a:ext cx="2886790" cy="806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6918" tIns="53459" rIns="106918" bIns="5345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10691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637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ＭＳ Ｐゴシック" pitchFamily="50" charset="-128"/>
              </a:rPr>
              <a:t>CONFIDENTIAL</a:t>
            </a:r>
          </a:p>
          <a:p>
            <a:pPr marL="0" marR="0" indent="0" algn="ctr" defTabSz="10691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1637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ＭＳ Ｐゴシック" pitchFamily="50" charset="-128"/>
              </a:rPr>
              <a:t>			</a:t>
            </a:r>
          </a:p>
        </p:txBody>
      </p:sp>
      <p:sp>
        <p:nvSpPr>
          <p:cNvPr id="22" name="Rectangle 21"/>
          <p:cNvSpPr/>
          <p:nvPr userDrawn="1"/>
        </p:nvSpPr>
        <p:spPr bwMode="auto">
          <a:xfrm>
            <a:off x="7681143" y="516109"/>
            <a:ext cx="2886790" cy="402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6918" tIns="53459" rIns="106918" bIns="53459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1069122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en-US" sz="1637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9124538" y="516107"/>
            <a:ext cx="1443395" cy="4041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noAutofit/>
          </a:bodyPr>
          <a:lstStyle>
            <a:defPPr>
              <a:defRPr lang="en-US"/>
            </a:defPPr>
            <a:lvl1pPr algn="ctr">
              <a:defRPr sz="1100" b="1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</a:defRPr>
            </a:lvl1pPr>
          </a:lstStyle>
          <a:p>
            <a:pPr lvl="0" algn="l"/>
            <a:r>
              <a:rPr lang="en-US" sz="818" dirty="0"/>
              <a:t>Created by: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7680787" y="516109"/>
            <a:ext cx="1443395" cy="402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Autofit/>
          </a:bodyPr>
          <a:lstStyle/>
          <a:p>
            <a:pPr algn="l"/>
            <a:r>
              <a:rPr kumimoji="1" lang="en-US" sz="818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ＭＳ Ｐゴシック" pitchFamily="50" charset="-128"/>
                <a:cs typeface="+mn-cs"/>
              </a:rPr>
              <a:t>Access Restricted to: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124538" y="706457"/>
            <a:ext cx="1443395" cy="213851"/>
          </a:xfrm>
          <a:noFill/>
          <a:ln>
            <a:noFill/>
          </a:ln>
        </p:spPr>
        <p:txBody>
          <a:bodyPr lIns="0" tIns="0" rIns="0" bIns="0" anchor="t"/>
          <a:lstStyle>
            <a:lvl1pPr marL="0" indent="0" algn="ctr">
              <a:buNone/>
              <a:defRPr kumimoji="1" lang="en-US" sz="1287" b="0" i="1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ＭＳ Ｐゴシック" pitchFamily="50" charset="-128"/>
                <a:cs typeface="+mn-cs"/>
              </a:defRPr>
            </a:lvl1pPr>
          </a:lstStyle>
          <a:p>
            <a:pPr lvl="0"/>
            <a:r>
              <a:rPr lang="en-US" dirty="0"/>
              <a:t>&lt;</a:t>
            </a:r>
            <a:r>
              <a:rPr lang="en-US" dirty="0" err="1"/>
              <a:t>Dept</a:t>
            </a:r>
            <a:r>
              <a:rPr lang="en-US" dirty="0"/>
              <a:t>/Group&gt;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7694918" y="706457"/>
            <a:ext cx="1443395" cy="21385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19675" indent="-419675" algn="ctr">
              <a:buNone/>
              <a:defRPr lang="en-US" sz="1287" b="0" i="1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ＭＳ Ｐゴシック" pitchFamily="50" charset="-128"/>
                <a:cs typeface="+mn-cs"/>
              </a:defRPr>
            </a:lvl1pPr>
          </a:lstStyle>
          <a:p>
            <a:pPr marL="0" lvl="0" indent="0" algn="ctr"/>
            <a:r>
              <a:rPr lang="en-US" dirty="0"/>
              <a:t>&lt;Organization&gt;</a:t>
            </a:r>
          </a:p>
        </p:txBody>
      </p:sp>
    </p:spTree>
    <p:extLst>
      <p:ext uri="{BB962C8B-B14F-4D97-AF65-F5344CB8AC3E}">
        <p14:creationId xmlns:p14="http://schemas.microsoft.com/office/powerpoint/2010/main" val="211515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FIDENTI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 userDrawn="1"/>
        </p:nvSpPr>
        <p:spPr bwMode="auto">
          <a:xfrm rot="16200000">
            <a:off x="6902725" y="3790576"/>
            <a:ext cx="7193940" cy="34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637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09899" y="128567"/>
            <a:ext cx="7661913" cy="634042"/>
          </a:xfrm>
        </p:spPr>
        <p:txBody>
          <a:bodyPr/>
          <a:lstStyle>
            <a:lvl1pPr>
              <a:defRPr sz="233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13"/>
          </p:nvPr>
        </p:nvSpPr>
        <p:spPr>
          <a:xfrm>
            <a:off x="209900" y="1001695"/>
            <a:ext cx="10019426" cy="6191288"/>
          </a:xfrm>
        </p:spPr>
        <p:txBody>
          <a:bodyPr/>
          <a:lstStyle>
            <a:lvl1pPr>
              <a:defRPr sz="2339"/>
            </a:lvl1pPr>
            <a:lvl2pPr>
              <a:defRPr sz="2105"/>
            </a:lvl2pPr>
            <a:lvl3pPr>
              <a:defRPr sz="1870"/>
            </a:lvl3pPr>
            <a:lvl4pPr>
              <a:defRPr sz="1637"/>
            </a:lvl4pPr>
            <a:lvl5pPr>
              <a:defRPr sz="140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5203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dt" sz="half" idx="10"/>
          </p:nvPr>
        </p:nvSpPr>
        <p:spPr>
          <a:xfrm>
            <a:off x="445497" y="7007333"/>
            <a:ext cx="2227461" cy="20159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1"/>
          </p:nvPr>
        </p:nvSpPr>
        <p:spPr>
          <a:xfrm>
            <a:off x="3742465" y="7007333"/>
            <a:ext cx="3385419" cy="20159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 rot="16200000">
            <a:off x="6902725" y="3790576"/>
            <a:ext cx="7193940" cy="34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637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69256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 bwMode="auto">
          <a:xfrm>
            <a:off x="10145127" y="1081071"/>
            <a:ext cx="546686" cy="15875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06918" tIns="53459" rIns="106918" bIns="53459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691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105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95460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IGHLY CONFIDENTI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9899" y="128567"/>
            <a:ext cx="7661913" cy="634042"/>
          </a:xfrm>
        </p:spPr>
        <p:txBody>
          <a:bodyPr/>
          <a:lstStyle>
            <a:lvl1pPr>
              <a:defRPr sz="215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9"/>
          <p:cNvSpPr>
            <a:spLocks noGrp="1"/>
          </p:cNvSpPr>
          <p:nvPr>
            <p:ph sz="quarter" idx="13"/>
          </p:nvPr>
        </p:nvSpPr>
        <p:spPr>
          <a:xfrm>
            <a:off x="209900" y="1001695"/>
            <a:ext cx="10019426" cy="6191288"/>
          </a:xfrm>
        </p:spPr>
        <p:txBody>
          <a:bodyPr/>
          <a:lstStyle>
            <a:lvl1pPr>
              <a:defRPr sz="2159"/>
            </a:lvl1pPr>
            <a:lvl2pPr>
              <a:defRPr sz="1943"/>
            </a:lvl2pPr>
            <a:lvl3pPr>
              <a:defRPr sz="1727"/>
            </a:lvl3pPr>
            <a:lvl4pPr>
              <a:defRPr sz="1511"/>
            </a:lvl4pPr>
            <a:lvl5pPr>
              <a:defRPr sz="1295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Box 4"/>
          <p:cNvSpPr txBox="1">
            <a:spLocks noChangeArrowheads="1"/>
          </p:cNvSpPr>
          <p:nvPr userDrawn="1"/>
        </p:nvSpPr>
        <p:spPr bwMode="auto">
          <a:xfrm rot="16200000">
            <a:off x="6902725" y="3800291"/>
            <a:ext cx="7193940" cy="32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511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5029803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591" y="7006700"/>
            <a:ext cx="2494756" cy="4024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3036" y="7006700"/>
            <a:ext cx="3385741" cy="40248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 rot="16200000">
            <a:off x="6902725" y="3800291"/>
            <a:ext cx="7193940" cy="324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511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4238305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45497" y="7007333"/>
            <a:ext cx="2227461" cy="20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5" tIns="47893" rIns="95785" bIns="47893" numCol="1" anchor="t" anchorCtr="0" compatLnSpc="1">
            <a:prstTxWarp prst="textNoShape">
              <a:avLst/>
            </a:prstTxWarp>
          </a:bodyPr>
          <a:lstStyle>
            <a:lvl1pPr defTabSz="880300">
              <a:spcBef>
                <a:spcPct val="50000"/>
              </a:spcBef>
              <a:defRPr kumimoji="0" sz="101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>
              <a:defRPr/>
            </a:pPr>
            <a:endParaRPr lang="ja-JP" altLang="en-US" dirty="0"/>
          </a:p>
        </p:txBody>
      </p:sp>
      <p:sp>
        <p:nvSpPr>
          <p:cNvPr id="9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2463" y="7007333"/>
            <a:ext cx="3385419" cy="20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5" tIns="47893" rIns="95785" bIns="47893" numCol="1" anchor="t" anchorCtr="0" compatLnSpc="1">
            <a:prstTxWarp prst="textNoShape">
              <a:avLst/>
            </a:prstTxWarp>
          </a:bodyPr>
          <a:lstStyle>
            <a:lvl1pPr algn="ctr" defTabSz="880300">
              <a:spcBef>
                <a:spcPct val="50000"/>
              </a:spcBef>
              <a:defRPr kumimoji="0" sz="101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10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65696" y="7293593"/>
            <a:ext cx="2227461" cy="20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5" tIns="47893" rIns="95785" bIns="47893" numCol="1" anchor="t" anchorCtr="0" compatLnSpc="1">
            <a:prstTxWarp prst="textNoShape">
              <a:avLst/>
            </a:prstTxWarp>
          </a:bodyPr>
          <a:lstStyle>
            <a:lvl1pPr algn="r" defTabSz="880300">
              <a:spcBef>
                <a:spcPct val="50000"/>
              </a:spcBef>
              <a:defRPr kumimoji="0" sz="1011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>
              <a:defRPr/>
            </a:pPr>
            <a:fld id="{1CDEC458-1127-47B8-8105-F9C0FD49AC8E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54138" y="398454"/>
            <a:ext cx="8306087" cy="6340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53126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59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xfrm>
            <a:off x="445497" y="7007333"/>
            <a:ext cx="2227461" cy="20159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xfrm>
            <a:off x="3742465" y="7007333"/>
            <a:ext cx="3385419" cy="201591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 rot="16200000">
            <a:off x="6902725" y="3790576"/>
            <a:ext cx="7193940" cy="344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ja-JP" sz="1637" i="1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340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 1">
            <a:extLst>
              <a:ext uri="{FF2B5EF4-FFF2-40B4-BE49-F238E27FC236}">
                <a16:creationId xmlns:a16="http://schemas.microsoft.com/office/drawing/2014/main" id="{E030D74C-C73A-DC88-C1DA-FCAB303F38A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1837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テキスト プレースホルダ 2">
            <a:extLst>
              <a:ext uri="{FF2B5EF4-FFF2-40B4-BE49-F238E27FC236}">
                <a16:creationId xmlns:a16="http://schemas.microsoft.com/office/drawing/2014/main" id="{08EA7007-28B9-D261-097E-D6F4FB1E4B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1837" cy="498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93416ADA-6BCD-FB0C-3709-C7781BF66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4988" y="7007225"/>
            <a:ext cx="2493962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9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28DEFB24-45E7-44A5-DADA-231864D89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2838" y="7007225"/>
            <a:ext cx="3386137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9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14C5FFDA-2BD8-17C4-83AA-D81771665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97850" y="7156450"/>
            <a:ext cx="2493963" cy="4032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altLang="ja-JP"/>
              <a:t>Page </a:t>
            </a:r>
            <a:fld id="{8C25ED5D-524E-455B-86D1-6E611E904B0D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569" r:id="rId1"/>
    <p:sldLayoutId id="2147489568" r:id="rId2"/>
    <p:sldLayoutId id="2147489590" r:id="rId3"/>
    <p:sldLayoutId id="2147489591" r:id="rId4"/>
    <p:sldLayoutId id="2147489567" r:id="rId5"/>
    <p:sldLayoutId id="2147489570" r:id="rId6"/>
    <p:sldLayoutId id="2147489571" r:id="rId7"/>
    <p:sldLayoutId id="2147489572" r:id="rId8"/>
    <p:sldLayoutId id="2147489573" r:id="rId9"/>
    <p:sldLayoutId id="2147489574" r:id="rId10"/>
    <p:sldLayoutId id="2147489575" r:id="rId11"/>
    <p:sldLayoutId id="2147489576" r:id="rId12"/>
    <p:sldLayoutId id="2147489577" r:id="rId13"/>
    <p:sldLayoutId id="2147489587" r:id="rId14"/>
    <p:sldLayoutId id="2147489588" r:id="rId15"/>
    <p:sldLayoutId id="2147489589" r:id="rId16"/>
    <p:sldLayoutId id="2147489592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7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7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7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7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93456" algn="ctr" rtl="0" fontAlgn="base">
        <a:spcBef>
          <a:spcPct val="0"/>
        </a:spcBef>
        <a:spcAft>
          <a:spcPct val="0"/>
        </a:spcAft>
        <a:defRPr kumimoji="1" sz="4749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86912" algn="ctr" rtl="0" fontAlgn="base">
        <a:spcBef>
          <a:spcPct val="0"/>
        </a:spcBef>
        <a:spcAft>
          <a:spcPct val="0"/>
        </a:spcAft>
        <a:defRPr kumimoji="1" sz="4749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480368" algn="ctr" rtl="0" fontAlgn="base">
        <a:spcBef>
          <a:spcPct val="0"/>
        </a:spcBef>
        <a:spcAft>
          <a:spcPct val="0"/>
        </a:spcAft>
        <a:defRPr kumimoji="1" sz="4749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973824" algn="ctr" rtl="0" fontAlgn="base">
        <a:spcBef>
          <a:spcPct val="0"/>
        </a:spcBef>
        <a:spcAft>
          <a:spcPct val="0"/>
        </a:spcAft>
        <a:defRPr kumimoji="1" sz="4749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69888" indent="-369888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1688" indent="-3079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3488" indent="-246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725613" indent="-246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19325" indent="-2460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14008" indent="-246728" algn="l" defTabSz="986912" rtl="0" eaLnBrk="1" latinLnBrk="0" hangingPunct="1">
        <a:spcBef>
          <a:spcPct val="20000"/>
        </a:spcBef>
        <a:buFont typeface="Arial" pitchFamily="34" charset="0"/>
        <a:buChar char="•"/>
        <a:defRPr kumimoji="1" sz="2159" kern="1200">
          <a:solidFill>
            <a:schemeClr val="tx1"/>
          </a:solidFill>
          <a:latin typeface="+mn-lt"/>
          <a:ea typeface="+mn-ea"/>
          <a:cs typeface="+mn-cs"/>
        </a:defRPr>
      </a:lvl6pPr>
      <a:lvl7pPr marL="3207464" indent="-246728" algn="l" defTabSz="986912" rtl="0" eaLnBrk="1" latinLnBrk="0" hangingPunct="1">
        <a:spcBef>
          <a:spcPct val="20000"/>
        </a:spcBef>
        <a:buFont typeface="Arial" pitchFamily="34" charset="0"/>
        <a:buChar char="•"/>
        <a:defRPr kumimoji="1" sz="2159" kern="1200">
          <a:solidFill>
            <a:schemeClr val="tx1"/>
          </a:solidFill>
          <a:latin typeface="+mn-lt"/>
          <a:ea typeface="+mn-ea"/>
          <a:cs typeface="+mn-cs"/>
        </a:defRPr>
      </a:lvl7pPr>
      <a:lvl8pPr marL="3700920" indent="-246728" algn="l" defTabSz="986912" rtl="0" eaLnBrk="1" latinLnBrk="0" hangingPunct="1">
        <a:spcBef>
          <a:spcPct val="20000"/>
        </a:spcBef>
        <a:buFont typeface="Arial" pitchFamily="34" charset="0"/>
        <a:buChar char="•"/>
        <a:defRPr kumimoji="1" sz="2159" kern="1200">
          <a:solidFill>
            <a:schemeClr val="tx1"/>
          </a:solidFill>
          <a:latin typeface="+mn-lt"/>
          <a:ea typeface="+mn-ea"/>
          <a:cs typeface="+mn-cs"/>
        </a:defRPr>
      </a:lvl8pPr>
      <a:lvl9pPr marL="4194376" indent="-246728" algn="l" defTabSz="986912" rtl="0" eaLnBrk="1" latinLnBrk="0" hangingPunct="1">
        <a:spcBef>
          <a:spcPct val="20000"/>
        </a:spcBef>
        <a:buFont typeface="Arial" pitchFamily="34" charset="0"/>
        <a:buChar char="•"/>
        <a:defRPr kumimoji="1" sz="21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1pPr>
      <a:lvl2pPr marL="493456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2pPr>
      <a:lvl3pPr marL="986912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3pPr>
      <a:lvl4pPr marL="1480368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4pPr>
      <a:lvl5pPr marL="1973824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5pPr>
      <a:lvl6pPr marL="2467280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6pPr>
      <a:lvl7pPr marL="2960736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7pPr>
      <a:lvl8pPr marL="3454192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8pPr>
      <a:lvl9pPr marL="3947648" algn="l" defTabSz="986912" rtl="0" eaLnBrk="1" latinLnBrk="0" hangingPunct="1">
        <a:defRPr kumimoji="1" sz="19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814" y="111022"/>
            <a:ext cx="2370389" cy="706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47019" y="2"/>
            <a:ext cx="644794" cy="36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37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E4DFD0F-CA14-4F64-BBA9-A2308FA1E27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230173" y="207942"/>
            <a:ext cx="7599353" cy="65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296" y="1000957"/>
            <a:ext cx="10078389" cy="6268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4" name="直線コネクタ 3"/>
          <p:cNvCxnSpPr/>
          <p:nvPr/>
        </p:nvCxnSpPr>
        <p:spPr bwMode="auto">
          <a:xfrm>
            <a:off x="230173" y="876799"/>
            <a:ext cx="10089586" cy="0"/>
          </a:xfrm>
          <a:prstGeom prst="line">
            <a:avLst/>
          </a:prstGeom>
          <a:solidFill>
            <a:schemeClr val="accent1"/>
          </a:solidFill>
          <a:ln w="539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5" name="グループ化 4"/>
          <p:cNvGrpSpPr/>
          <p:nvPr userDrawn="1"/>
        </p:nvGrpSpPr>
        <p:grpSpPr>
          <a:xfrm>
            <a:off x="185017" y="7330507"/>
            <a:ext cx="10217224" cy="177076"/>
            <a:chOff x="177283" y="6594969"/>
            <a:chExt cx="8738116" cy="160640"/>
          </a:xfrm>
        </p:grpSpPr>
        <p:sp>
          <p:nvSpPr>
            <p:cNvPr id="3" name="正方形/長方形 2"/>
            <p:cNvSpPr/>
            <p:nvPr userDrawn="1"/>
          </p:nvSpPr>
          <p:spPr bwMode="auto">
            <a:xfrm>
              <a:off x="177283" y="6597352"/>
              <a:ext cx="8619056" cy="158011"/>
            </a:xfrm>
            <a:prstGeom prst="rect">
              <a:avLst/>
            </a:prstGeom>
            <a:solidFill>
              <a:srgbClr val="D7000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10691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ja-JP" sz="818" b="1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Copyright </a:t>
              </a:r>
              <a:r>
                <a:rPr lang="en-US" altLang="ja-JP" sz="818" b="0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©</a:t>
              </a:r>
              <a:r>
                <a:rPr lang="en-US" altLang="ja-JP" sz="818" b="1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 TOYOTA</a:t>
              </a:r>
              <a:r>
                <a:rPr lang="en-US" altLang="ja-JP" sz="818" b="1" i="1" baseline="0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 TSUSHO </a:t>
              </a:r>
              <a:r>
                <a:rPr lang="en-US" altLang="ja-JP" sz="818" b="1" i="1" dirty="0">
                  <a:solidFill>
                    <a:schemeClr val="bg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NEXTY ELECTRONICS (THAILAND) CO., LTD.</a:t>
              </a:r>
              <a:endParaRPr kumimoji="1" lang="ja-JP" altLang="en-US" sz="1169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6" name="正方形/長方形 5"/>
            <p:cNvSpPr/>
            <p:nvPr userDrawn="1"/>
          </p:nvSpPr>
          <p:spPr bwMode="auto">
            <a:xfrm>
              <a:off x="6588224" y="6594969"/>
              <a:ext cx="2327175" cy="16064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691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105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  <p:sp>
          <p:nvSpPr>
            <p:cNvPr id="7" name="二等辺三角形 6"/>
            <p:cNvSpPr/>
            <p:nvPr userDrawn="1"/>
          </p:nvSpPr>
          <p:spPr bwMode="auto">
            <a:xfrm>
              <a:off x="6498431" y="6600828"/>
              <a:ext cx="180976" cy="154780"/>
            </a:xfrm>
            <a:prstGeom prst="triangl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106912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105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1" name="Rectangle 8">
            <a:extLst>
              <a:ext uri="{FF2B5EF4-FFF2-40B4-BE49-F238E27FC236}">
                <a16:creationId xmlns:a16="http://schemas.microsoft.com/office/drawing/2014/main" id="{77F7A11A-5361-4A0B-A6F6-462734BE36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10956" y="7272359"/>
            <a:ext cx="1485718" cy="235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6918" tIns="53459" rIns="106918" bIns="53459" numCol="1" anchor="t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100" b="1" kern="1200" smtClean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4DFD0F-CA14-4F64-BBA9-A2308FA1E275}" type="slidenum">
              <a:rPr lang="ja-JP" altLang="en-US" sz="1287" smtClean="0"/>
              <a:pPr/>
              <a:t>‹#›</a:t>
            </a:fld>
            <a:r>
              <a:rPr lang="ja-JP" altLang="en-US" sz="1287" dirty="0"/>
              <a:t> </a:t>
            </a:r>
            <a:r>
              <a:rPr lang="en-US" altLang="ja-JP" sz="1287" dirty="0"/>
              <a:t>/ 22</a:t>
            </a:r>
          </a:p>
        </p:txBody>
      </p:sp>
    </p:spTree>
    <p:extLst>
      <p:ext uri="{BB962C8B-B14F-4D97-AF65-F5344CB8AC3E}">
        <p14:creationId xmlns:p14="http://schemas.microsoft.com/office/powerpoint/2010/main" val="149547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579" r:id="rId1"/>
    <p:sldLayoutId id="2147489580" r:id="rId2"/>
    <p:sldLayoutId id="2147489581" r:id="rId3"/>
    <p:sldLayoutId id="2147489582" r:id="rId4"/>
    <p:sldLayoutId id="2147489583" r:id="rId5"/>
    <p:sldLayoutId id="2147489584" r:id="rId6"/>
    <p:sldLayoutId id="2147489585" r:id="rId7"/>
    <p:sldLayoutId id="2147489586" r:id="rId8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/>
          <a:latin typeface="Meiryo" panose="020B0604030504040204" pitchFamily="34" charset="-128"/>
          <a:ea typeface="Meiryo" panose="020B0604030504040204" pitchFamily="34" charset="-128"/>
          <a:cs typeface="Meiryo" panose="020B0604030504040204" pitchFamily="34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5pPr>
      <a:lvl6pPr marL="534561"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6pPr>
      <a:lvl7pPr marL="1069122"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7pPr>
      <a:lvl8pPr marL="1603682"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8pPr>
      <a:lvl9pPr marL="2138243" algn="l" rtl="0" eaLnBrk="1" fontAlgn="base" hangingPunct="1">
        <a:spcBef>
          <a:spcPct val="0"/>
        </a:spcBef>
        <a:spcAft>
          <a:spcPct val="0"/>
        </a:spcAft>
        <a:defRPr kumimoji="1" sz="3274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HG丸ｺﾞｼｯｸM-PRO" pitchFamily="50" charset="-128"/>
          <a:ea typeface="HG丸ｺﾞｼｯｸM-PRO" pitchFamily="50" charset="-128"/>
        </a:defRPr>
      </a:lvl9pPr>
    </p:titleStyle>
    <p:bodyStyle>
      <a:lvl1pPr marL="400921" indent="-400921" algn="l" rtl="0" eaLnBrk="1" fontAlgn="base" hangingPunct="1">
        <a:spcBef>
          <a:spcPct val="20000"/>
        </a:spcBef>
        <a:spcAft>
          <a:spcPct val="0"/>
        </a:spcAft>
        <a:buChar char="•"/>
        <a:defRPr kumimoji="1" sz="3274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Meiryo" panose="020B0604030504040204" pitchFamily="34" charset="-128"/>
        </a:defRPr>
      </a:lvl1pPr>
      <a:lvl2pPr marL="868662" indent="-334101" algn="l" rtl="0" eaLnBrk="1" fontAlgn="base" hangingPunct="1">
        <a:spcBef>
          <a:spcPct val="20000"/>
        </a:spcBef>
        <a:spcAft>
          <a:spcPct val="0"/>
        </a:spcAft>
        <a:buChar char="–"/>
        <a:defRPr kumimoji="1" sz="2806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Meiryo" panose="020B0604030504040204" pitchFamily="34" charset="-128"/>
        </a:defRPr>
      </a:lvl2pPr>
      <a:lvl3pPr marL="1336402" indent="-267280" algn="l" rtl="0" eaLnBrk="1" fontAlgn="base" hangingPunct="1">
        <a:spcBef>
          <a:spcPct val="20000"/>
        </a:spcBef>
        <a:spcAft>
          <a:spcPct val="0"/>
        </a:spcAft>
        <a:buChar char="•"/>
        <a:defRPr kumimoji="1" sz="2339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Meiryo" panose="020B0604030504040204" pitchFamily="34" charset="-128"/>
        </a:defRPr>
      </a:lvl3pPr>
      <a:lvl4pPr marL="1870963" indent="-267280" algn="l" rtl="0" eaLnBrk="1" fontAlgn="base" hangingPunct="1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Meiryo" panose="020B0604030504040204" pitchFamily="34" charset="-128"/>
        </a:defRPr>
      </a:lvl4pPr>
      <a:lvl5pPr marL="2405523" indent="-267280" algn="l" rtl="0" eaLnBrk="1" fontAlgn="base" hangingPunct="1">
        <a:spcBef>
          <a:spcPct val="20000"/>
        </a:spcBef>
        <a:spcAft>
          <a:spcPct val="0"/>
        </a:spcAft>
        <a:buChar char="»"/>
        <a:defRPr kumimoji="1" sz="187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Meiryo" panose="020B0604030504040204" pitchFamily="34" charset="-128"/>
        </a:defRPr>
      </a:lvl5pPr>
      <a:lvl6pPr marL="2940084" indent="-267280" algn="l" rtl="0" eaLnBrk="1" fontAlgn="base" hangingPunct="1">
        <a:spcBef>
          <a:spcPct val="20000"/>
        </a:spcBef>
        <a:spcAft>
          <a:spcPct val="0"/>
        </a:spcAft>
        <a:buChar char="»"/>
        <a:defRPr kumimoji="1" sz="1870">
          <a:solidFill>
            <a:schemeClr val="tx1"/>
          </a:solidFill>
          <a:latin typeface="+mn-lt"/>
          <a:ea typeface="+mn-ea"/>
        </a:defRPr>
      </a:lvl6pPr>
      <a:lvl7pPr marL="3474646" indent="-267280" algn="l" rtl="0" eaLnBrk="1" fontAlgn="base" hangingPunct="1">
        <a:spcBef>
          <a:spcPct val="20000"/>
        </a:spcBef>
        <a:spcAft>
          <a:spcPct val="0"/>
        </a:spcAft>
        <a:buChar char="»"/>
        <a:defRPr kumimoji="1" sz="1870">
          <a:solidFill>
            <a:schemeClr val="tx1"/>
          </a:solidFill>
          <a:latin typeface="+mn-lt"/>
          <a:ea typeface="+mn-ea"/>
        </a:defRPr>
      </a:lvl7pPr>
      <a:lvl8pPr marL="4009207" indent="-267280" algn="l" rtl="0" eaLnBrk="1" fontAlgn="base" hangingPunct="1">
        <a:spcBef>
          <a:spcPct val="20000"/>
        </a:spcBef>
        <a:spcAft>
          <a:spcPct val="0"/>
        </a:spcAft>
        <a:buChar char="»"/>
        <a:defRPr kumimoji="1" sz="1870">
          <a:solidFill>
            <a:schemeClr val="tx1"/>
          </a:solidFill>
          <a:latin typeface="+mn-lt"/>
          <a:ea typeface="+mn-ea"/>
        </a:defRPr>
      </a:lvl8pPr>
      <a:lvl9pPr marL="4543767" indent="-267280" algn="l" rtl="0" eaLnBrk="1" fontAlgn="base" hangingPunct="1">
        <a:spcBef>
          <a:spcPct val="20000"/>
        </a:spcBef>
        <a:spcAft>
          <a:spcPct val="0"/>
        </a:spcAft>
        <a:buChar char="»"/>
        <a:defRPr kumimoji="1" sz="187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561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122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682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243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2804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366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1926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487" algn="l" defTabSz="1069122" rtl="0" eaLnBrk="1" latinLnBrk="0" hangingPunct="1">
        <a:defRPr kumimoji="1"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customXml" Target="../ink/ink2.xml"/><Relationship Id="rId12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customXml" Target="../ink/ink6.xml"/><Relationship Id="rId12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customXml" Target="../ink/ink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46.png"/><Relationship Id="rId5" Type="http://schemas.openxmlformats.org/officeDocument/2006/relationships/image" Target="../media/image42.png"/><Relationship Id="rId10" Type="http://schemas.openxmlformats.org/officeDocument/2006/relationships/image" Target="../media/image45.png"/><Relationship Id="rId4" Type="http://schemas.openxmlformats.org/officeDocument/2006/relationships/customXml" Target="../ink/ink9.xml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48.png"/><Relationship Id="rId4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11.png"/><Relationship Id="rId4" Type="http://schemas.openxmlformats.org/officeDocument/2006/relationships/image" Target="../media/image10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34CCDDF2-C77C-407E-2778-63E9CD71F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378" y="2447231"/>
            <a:ext cx="7704856" cy="1224136"/>
          </a:xfrm>
        </p:spPr>
        <p:txBody>
          <a:bodyPr/>
          <a:lstStyle/>
          <a:p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Toyota Tsusho </a:t>
            </a:r>
            <a:r>
              <a:rPr lang="en-US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Nexty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</a:rPr>
              <a:t> Electronics (Thailand) Co., Ltd.</a:t>
            </a:r>
            <a:b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iryo UI" panose="020B0604030504040204" pitchFamily="34" charset="-128"/>
                <a:ea typeface="Meiryo UI" panose="020B0604030504040204" pitchFamily="34" charset="-128"/>
              </a:rPr>
            </a:br>
            <a:endParaRPr lang="en-US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字幕 2">
            <a:extLst>
              <a:ext uri="{FF2B5EF4-FFF2-40B4-BE49-F238E27FC236}">
                <a16:creationId xmlns:a16="http://schemas.microsoft.com/office/drawing/2014/main" id="{F7040922-5F02-8429-AA57-6261C205B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5786" y="3671367"/>
            <a:ext cx="2808312" cy="39528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Oct 2025</a:t>
            </a:r>
          </a:p>
        </p:txBody>
      </p:sp>
    </p:spTree>
    <p:extLst>
      <p:ext uri="{BB962C8B-B14F-4D97-AF65-F5344CB8AC3E}">
        <p14:creationId xmlns:p14="http://schemas.microsoft.com/office/powerpoint/2010/main" val="254974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0190-8B60-986B-8CEF-8BA13D32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731" y="3779837"/>
            <a:ext cx="2160240" cy="480905"/>
          </a:xfrm>
        </p:spPr>
        <p:txBody>
          <a:bodyPr/>
          <a:lstStyle/>
          <a:p>
            <a:r>
              <a:rPr lang="en-US" b="1" dirty="0"/>
              <a:t>Training Tokai</a:t>
            </a:r>
          </a:p>
        </p:txBody>
      </p:sp>
    </p:spTree>
    <p:extLst>
      <p:ext uri="{BB962C8B-B14F-4D97-AF65-F5344CB8AC3E}">
        <p14:creationId xmlns:p14="http://schemas.microsoft.com/office/powerpoint/2010/main" val="349841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08AD-1C70-7F71-7BA1-EC91CF93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1FE485-728B-A8DA-6A3E-05356F7C7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07" y="1331565"/>
            <a:ext cx="3289832" cy="2520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F7C0DE-9559-16A3-D3E2-0D494AAF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15" y="4261757"/>
            <a:ext cx="3503875" cy="22014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65AADC-BEB2-B22D-EB17-C1BFDC8CE779}"/>
              </a:ext>
            </a:extLst>
          </p:cNvPr>
          <p:cNvSpPr/>
          <p:nvPr/>
        </p:nvSpPr>
        <p:spPr>
          <a:xfrm>
            <a:off x="1575987" y="2730541"/>
            <a:ext cx="792088" cy="704668"/>
          </a:xfrm>
          <a:prstGeom prst="rect">
            <a:avLst/>
          </a:prstGeom>
          <a:noFill/>
          <a:ln>
            <a:solidFill>
              <a:srgbClr val="FFFF9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87E13-81BB-DE4D-1CAB-69D1F927FEE1}"/>
              </a:ext>
            </a:extLst>
          </p:cNvPr>
          <p:cNvSpPr/>
          <p:nvPr/>
        </p:nvSpPr>
        <p:spPr>
          <a:xfrm>
            <a:off x="2440083" y="2931153"/>
            <a:ext cx="792088" cy="648072"/>
          </a:xfrm>
          <a:prstGeom prst="rect">
            <a:avLst/>
          </a:prstGeom>
          <a:noFill/>
          <a:ln>
            <a:solidFill>
              <a:srgbClr val="CC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42E5E-19B1-13E1-E2FD-38BF11DC51CC}"/>
              </a:ext>
            </a:extLst>
          </p:cNvPr>
          <p:cNvCxnSpPr>
            <a:cxnSpLocks/>
          </p:cNvCxnSpPr>
          <p:nvPr/>
        </p:nvCxnSpPr>
        <p:spPr>
          <a:xfrm flipH="1">
            <a:off x="495867" y="3075169"/>
            <a:ext cx="1080120" cy="0"/>
          </a:xfrm>
          <a:prstGeom prst="line">
            <a:avLst/>
          </a:prstGeom>
          <a:ln w="38100">
            <a:solidFill>
              <a:srgbClr val="FF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C640CD-EC89-06E8-FF23-E519DE13F07D}"/>
              </a:ext>
            </a:extLst>
          </p:cNvPr>
          <p:cNvCxnSpPr>
            <a:cxnSpLocks/>
          </p:cNvCxnSpPr>
          <p:nvPr/>
        </p:nvCxnSpPr>
        <p:spPr>
          <a:xfrm flipV="1">
            <a:off x="495867" y="3075169"/>
            <a:ext cx="0" cy="2808312"/>
          </a:xfrm>
          <a:prstGeom prst="line">
            <a:avLst/>
          </a:prstGeom>
          <a:ln w="38100">
            <a:solidFill>
              <a:srgbClr val="FF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BE7F0A-59E8-D3B2-BDFE-9A987338B32B}"/>
              </a:ext>
            </a:extLst>
          </p:cNvPr>
          <p:cNvCxnSpPr>
            <a:cxnSpLocks/>
          </p:cNvCxnSpPr>
          <p:nvPr/>
        </p:nvCxnSpPr>
        <p:spPr>
          <a:xfrm flipH="1">
            <a:off x="3232171" y="3228066"/>
            <a:ext cx="913568" cy="0"/>
          </a:xfrm>
          <a:prstGeom prst="line">
            <a:avLst/>
          </a:prstGeom>
          <a:ln w="38100">
            <a:solidFill>
              <a:srgbClr val="CC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79E3CAC-D03C-7052-CF45-781D4842E8A1}"/>
              </a:ext>
            </a:extLst>
          </p:cNvPr>
          <p:cNvCxnSpPr>
            <a:cxnSpLocks/>
          </p:cNvCxnSpPr>
          <p:nvPr/>
        </p:nvCxnSpPr>
        <p:spPr>
          <a:xfrm flipV="1">
            <a:off x="4145739" y="3228066"/>
            <a:ext cx="0" cy="1647303"/>
          </a:xfrm>
          <a:prstGeom prst="line">
            <a:avLst/>
          </a:prstGeom>
          <a:ln w="38100">
            <a:solidFill>
              <a:srgbClr val="CC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D209266-1E58-B11D-28FB-1F3416079182}"/>
              </a:ext>
            </a:extLst>
          </p:cNvPr>
          <p:cNvCxnSpPr/>
          <p:nvPr/>
        </p:nvCxnSpPr>
        <p:spPr>
          <a:xfrm>
            <a:off x="495867" y="5883481"/>
            <a:ext cx="1152128" cy="0"/>
          </a:xfrm>
          <a:prstGeom prst="straightConnector1">
            <a:avLst/>
          </a:prstGeom>
          <a:ln w="3810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366389B-9871-C1E0-9226-A8D64E810FF5}"/>
              </a:ext>
            </a:extLst>
          </p:cNvPr>
          <p:cNvCxnSpPr/>
          <p:nvPr/>
        </p:nvCxnSpPr>
        <p:spPr>
          <a:xfrm flipH="1">
            <a:off x="3808235" y="4875369"/>
            <a:ext cx="337504" cy="0"/>
          </a:xfrm>
          <a:prstGeom prst="straightConnector1">
            <a:avLst/>
          </a:prstGeom>
          <a:ln w="38100">
            <a:solidFill>
              <a:srgbClr val="CC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A9AA69E-1935-FA11-649F-0516DA2B59DD}"/>
              </a:ext>
            </a:extLst>
          </p:cNvPr>
          <p:cNvSpPr txBox="1"/>
          <p:nvPr/>
        </p:nvSpPr>
        <p:spPr>
          <a:xfrm>
            <a:off x="5400599" y="2211338"/>
            <a:ext cx="5057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ตัวแปรภายในฟังก์ชัน (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Local variables)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จะไม่ถูกนำมารวมเป็น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Output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5D98547-CE5A-8568-C3BF-AC27CFBC362D}"/>
              </a:ext>
            </a:extLst>
          </p:cNvPr>
          <p:cNvSpPr/>
          <p:nvPr/>
        </p:nvSpPr>
        <p:spPr>
          <a:xfrm>
            <a:off x="1647995" y="2338467"/>
            <a:ext cx="1080119" cy="392074"/>
          </a:xfrm>
          <a:prstGeom prst="rect">
            <a:avLst/>
          </a:prstGeom>
          <a:noFill/>
          <a:ln w="1905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1F8BF8F-8DF7-51EF-9806-A7B1A5ECAF5E}"/>
              </a:ext>
            </a:extLst>
          </p:cNvPr>
          <p:cNvCxnSpPr>
            <a:cxnSpLocks/>
            <a:stCxn id="46" idx="3"/>
            <a:endCxn id="45" idx="1"/>
          </p:cNvCxnSpPr>
          <p:nvPr/>
        </p:nvCxnSpPr>
        <p:spPr>
          <a:xfrm>
            <a:off x="2728114" y="2534504"/>
            <a:ext cx="2672485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8B23956-423A-67EC-B8DD-BCDCEC87F72F}"/>
              </a:ext>
            </a:extLst>
          </p:cNvPr>
          <p:cNvSpPr txBox="1"/>
          <p:nvPr/>
        </p:nvSpPr>
        <p:spPr>
          <a:xfrm>
            <a:off x="5059307" y="4485306"/>
            <a:ext cx="53720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  <a:p>
            <a:r>
              <a:rPr lang="en-US" dirty="0"/>
              <a:t>Located at the </a:t>
            </a:r>
            <a:r>
              <a:rPr lang="en-US" b="1" u="sng" dirty="0"/>
              <a:t>right side </a:t>
            </a:r>
            <a:r>
              <a:rPr lang="en-US" dirty="0"/>
              <a:t>of operators</a:t>
            </a:r>
          </a:p>
          <a:p>
            <a:r>
              <a:rPr lang="en-US" dirty="0"/>
              <a:t>=, +=, -=, *=, /=, %=, &lt;&lt;, &gt;&gt;, &amp;=, |= and ^=</a:t>
            </a:r>
          </a:p>
          <a:p>
            <a:endParaRPr lang="en-US" dirty="0"/>
          </a:p>
          <a:p>
            <a:r>
              <a:rPr lang="en-US" dirty="0"/>
              <a:t>Output</a:t>
            </a:r>
          </a:p>
          <a:p>
            <a:r>
              <a:rPr lang="en-US" dirty="0"/>
              <a:t>Located at the </a:t>
            </a:r>
            <a:r>
              <a:rPr lang="en-US" b="1" u="sng" dirty="0"/>
              <a:t>left side </a:t>
            </a:r>
            <a:r>
              <a:rPr lang="en-US" dirty="0"/>
              <a:t>of Assignment operator (=)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FAB618D-7A5E-6C67-AE0C-00B8B22614B3}"/>
              </a:ext>
            </a:extLst>
          </p:cNvPr>
          <p:cNvCxnSpPr>
            <a:cxnSpLocks/>
          </p:cNvCxnSpPr>
          <p:nvPr/>
        </p:nvCxnSpPr>
        <p:spPr>
          <a:xfrm>
            <a:off x="4145739" y="4875369"/>
            <a:ext cx="913568" cy="0"/>
          </a:xfrm>
          <a:prstGeom prst="straightConnector1">
            <a:avLst/>
          </a:prstGeom>
          <a:ln w="38100">
            <a:solidFill>
              <a:srgbClr val="CC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6B7F3F9-319B-B776-349D-E52F38090CDC}"/>
              </a:ext>
            </a:extLst>
          </p:cNvPr>
          <p:cNvCxnSpPr>
            <a:cxnSpLocks/>
          </p:cNvCxnSpPr>
          <p:nvPr/>
        </p:nvCxnSpPr>
        <p:spPr>
          <a:xfrm>
            <a:off x="3808235" y="5886814"/>
            <a:ext cx="1251072" cy="0"/>
          </a:xfrm>
          <a:prstGeom prst="straightConnector1">
            <a:avLst/>
          </a:prstGeom>
          <a:ln w="3810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54ABCE-0D2C-BBF1-4A2A-E51ADDDB2111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Input/Output Judgment</a:t>
            </a:r>
          </a:p>
        </p:txBody>
      </p:sp>
    </p:spTree>
    <p:extLst>
      <p:ext uri="{BB962C8B-B14F-4D97-AF65-F5344CB8AC3E}">
        <p14:creationId xmlns:p14="http://schemas.microsoft.com/office/powerpoint/2010/main" val="55235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45CEC6A-A714-2E06-05B0-75112C87C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850" y="1547589"/>
            <a:ext cx="4968552" cy="1220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6BEF9-4578-270D-5909-48AE46820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70" y="1399123"/>
            <a:ext cx="3503875" cy="2201424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E63ECF3-EA46-1532-C44A-884B970E1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410" y="4715941"/>
            <a:ext cx="96490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✅ Default value of Input = 11</a:t>
            </a:r>
            <a:endParaRPr kumimoji="0" lang="th-TH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/>
            <a:r>
              <a:rPr kumimoji="0" lang="th-TH" altLang="en-US" dirty="0">
                <a:latin typeface="+mn-lt"/>
              </a:rPr>
              <a:t>	</a:t>
            </a:r>
            <a:r>
              <a:rPr lang="th-TH" dirty="0"/>
              <a:t>หากมีการใช้ค่า </a:t>
            </a:r>
            <a:r>
              <a:rPr lang="th-TH" b="1" dirty="0"/>
              <a:t>11</a:t>
            </a:r>
            <a:r>
              <a:rPr lang="th-TH" dirty="0"/>
              <a:t> ซ้ำกับ </a:t>
            </a:r>
            <a:r>
              <a:rPr lang="en-US" dirty="0">
                <a:latin typeface="+mn-lt"/>
              </a:rPr>
              <a:t>constant in a condition,</a:t>
            </a:r>
            <a:r>
              <a:rPr lang="th-TH" dirty="0">
                <a:latin typeface="+mn-lt"/>
              </a:rPr>
              <a:t> </a:t>
            </a:r>
            <a:r>
              <a:rPr lang="th-TH" dirty="0"/>
              <a:t>ให้เปลี่ยนค่าเป็น </a:t>
            </a:r>
            <a:r>
              <a:rPr lang="th-TH" b="1" dirty="0"/>
              <a:t>12, 13, 14, ...</a:t>
            </a:r>
            <a:r>
              <a:rPr lang="th-TH" dirty="0"/>
              <a:t> ตามลำดับ</a:t>
            </a:r>
            <a:endParaRPr kumimoji="0" lang="th-TH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✅ Default value of Output = 10</a:t>
            </a:r>
            <a:endParaRPr kumimoji="0" lang="th-TH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/>
            <a:r>
              <a:rPr kumimoji="0" lang="th-TH" altLang="en-US" dirty="0">
                <a:latin typeface="+mn-lt"/>
              </a:rPr>
              <a:t>	</a:t>
            </a:r>
            <a:r>
              <a:rPr lang="th-TH" dirty="0"/>
              <a:t>หากมีการใช้ค่า </a:t>
            </a:r>
            <a:r>
              <a:rPr lang="th-TH" b="1" dirty="0"/>
              <a:t>10</a:t>
            </a:r>
            <a:r>
              <a:rPr lang="th-TH" dirty="0"/>
              <a:t> ซ้ำกับ </a:t>
            </a:r>
            <a:r>
              <a:rPr lang="en-US" dirty="0">
                <a:latin typeface="+mn-lt"/>
              </a:rPr>
              <a:t>expected value, </a:t>
            </a:r>
            <a:r>
              <a:rPr lang="th-TH" dirty="0"/>
              <a:t>ให้เปลี่ยนค่าเป็น </a:t>
            </a:r>
            <a:r>
              <a:rPr lang="th-TH" b="1" dirty="0"/>
              <a:t>20, 30, 40, ...</a:t>
            </a:r>
            <a:r>
              <a:rPr lang="th-TH" dirty="0"/>
              <a:t> ตามลำดับ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DEC99004-BD70-B0DE-8D71-A239CE47F974}"/>
              </a:ext>
            </a:extLst>
          </p:cNvPr>
          <p:cNvSpPr/>
          <p:nvPr/>
        </p:nvSpPr>
        <p:spPr>
          <a:xfrm rot="16200000">
            <a:off x="5717944" y="1981310"/>
            <a:ext cx="504056" cy="2112228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C63E81A-FDFE-C9A8-DB63-EC2CE81EE7B6}"/>
              </a:ext>
            </a:extLst>
          </p:cNvPr>
          <p:cNvSpPr/>
          <p:nvPr/>
        </p:nvSpPr>
        <p:spPr>
          <a:xfrm rot="16200000">
            <a:off x="7145756" y="2705423"/>
            <a:ext cx="504056" cy="664002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470F5-B34C-30A3-9388-FB6AD7D79B17}"/>
              </a:ext>
            </a:extLst>
          </p:cNvPr>
          <p:cNvSpPr txBox="1"/>
          <p:nvPr/>
        </p:nvSpPr>
        <p:spPr>
          <a:xfrm>
            <a:off x="5621158" y="327719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786BC8-4ECF-FC48-01BD-2126795CCD3F}"/>
              </a:ext>
            </a:extLst>
          </p:cNvPr>
          <p:cNvSpPr txBox="1"/>
          <p:nvPr/>
        </p:nvSpPr>
        <p:spPr>
          <a:xfrm>
            <a:off x="6930082" y="33499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B4645-D264-B75B-C4EF-826B38817F13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Input/Output Judgment</a:t>
            </a:r>
          </a:p>
        </p:txBody>
      </p:sp>
    </p:spTree>
    <p:extLst>
      <p:ext uri="{BB962C8B-B14F-4D97-AF65-F5344CB8AC3E}">
        <p14:creationId xmlns:p14="http://schemas.microsoft.com/office/powerpoint/2010/main" val="1064890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5D6C93-3E44-190C-DED5-12FD58A8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02" y="1118718"/>
            <a:ext cx="2808312" cy="2066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D0CC8A-B1D9-B2CE-4274-2C72673E5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242" y="3534443"/>
            <a:ext cx="2391706" cy="1679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7D0D5C-CDF7-CFFE-4B3F-E2D00E1EC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54" y="5563713"/>
            <a:ext cx="5265585" cy="1296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F80C3A-D2BA-A25D-C68D-DC524CD42C8F}"/>
              </a:ext>
            </a:extLst>
          </p:cNvPr>
          <p:cNvSpPr txBox="1"/>
          <p:nvPr/>
        </p:nvSpPr>
        <p:spPr>
          <a:xfrm>
            <a:off x="4841850" y="1331565"/>
            <a:ext cx="5346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dirty="0">
                <a:latin typeface="+mn-lt"/>
              </a:rPr>
              <a:t>Default Values for Bit Variables</a:t>
            </a:r>
            <a:endParaRPr kumimoji="0" lang="th-TH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06B07-DB34-42A1-DD18-90C0AFFB6D7D}"/>
              </a:ext>
            </a:extLst>
          </p:cNvPr>
          <p:cNvSpPr txBox="1"/>
          <p:nvPr/>
        </p:nvSpPr>
        <p:spPr>
          <a:xfrm>
            <a:off x="4841851" y="2302509"/>
            <a:ext cx="534644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dirty="0">
                <a:latin typeface="+mn-lt"/>
              </a:rPr>
              <a:t>✅ Default value of Input = 1</a:t>
            </a:r>
            <a:endParaRPr kumimoji="0" lang="th-TH" altLang="en-US" dirty="0"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✅ Default value of Output = 0</a:t>
            </a:r>
            <a:endParaRPr kumimoji="0" lang="th-TH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/>
            <a:r>
              <a:rPr kumimoji="0" lang="th-TH" altLang="en-US" sz="2000" dirty="0">
                <a:latin typeface="+mn-lt"/>
              </a:rPr>
              <a:t>	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หากต้องการดูการเปลี่ยนแปลงของค่า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bit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สามารถกำหนดค่า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Output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1 ได้</a:t>
            </a:r>
            <a:endParaRPr kumimoji="0" lang="th-TH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0ACCCA-2719-8D28-CE3A-FBE8B82F0EE9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Bit</a:t>
            </a:r>
          </a:p>
        </p:txBody>
      </p:sp>
    </p:spTree>
    <p:extLst>
      <p:ext uri="{BB962C8B-B14F-4D97-AF65-F5344CB8AC3E}">
        <p14:creationId xmlns:p14="http://schemas.microsoft.com/office/powerpoint/2010/main" val="3026651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D3DB7-AF50-557F-0C36-F09428DBA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86" y="1039633"/>
            <a:ext cx="3200847" cy="2905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93A07D-1C56-963C-FE18-9302A51E3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86" y="4146893"/>
            <a:ext cx="5210902" cy="1343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6879A1-D69D-7F60-52F9-CAE3C62ED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86" y="5691835"/>
            <a:ext cx="5963482" cy="1400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7B2DF6-4763-9F0D-6CFB-B5543558DAAC}"/>
              </a:ext>
            </a:extLst>
          </p:cNvPr>
          <p:cNvSpPr txBox="1"/>
          <p:nvPr/>
        </p:nvSpPr>
        <p:spPr>
          <a:xfrm>
            <a:off x="4841850" y="2169232"/>
            <a:ext cx="5346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+mn-lt"/>
              </a:rPr>
              <a:t>"Return variable of the target function, identified by the function name followed by </a:t>
            </a:r>
            <a:r>
              <a:rPr lang="en-US" b="1" dirty="0">
                <a:latin typeface="+mn-lt"/>
              </a:rPr>
              <a:t>@@</a:t>
            </a:r>
            <a:r>
              <a:rPr lang="en-US" dirty="0">
                <a:latin typeface="+mn-lt"/>
              </a:rPr>
              <a:t>."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2F24BF-E4E0-738E-F8A5-CBE5CCAA7A27}"/>
              </a:ext>
            </a:extLst>
          </p:cNvPr>
          <p:cNvSpPr/>
          <p:nvPr/>
        </p:nvSpPr>
        <p:spPr>
          <a:xfrm>
            <a:off x="3794225" y="5075981"/>
            <a:ext cx="1623689" cy="360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BC7D7-E399-7C42-416C-60FCED90E249}"/>
              </a:ext>
            </a:extLst>
          </p:cNvPr>
          <p:cNvSpPr/>
          <p:nvPr/>
        </p:nvSpPr>
        <p:spPr>
          <a:xfrm>
            <a:off x="737394" y="1475581"/>
            <a:ext cx="1872207" cy="360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513033-B97D-FDC0-C173-9C075DDE3ADE}"/>
              </a:ext>
            </a:extLst>
          </p:cNvPr>
          <p:cNvSpPr/>
          <p:nvPr/>
        </p:nvSpPr>
        <p:spPr>
          <a:xfrm>
            <a:off x="5777954" y="5701495"/>
            <a:ext cx="811845" cy="117468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BD4929C-D5DA-0993-1F7E-356F0E3238D0}"/>
              </a:ext>
            </a:extLst>
          </p:cNvPr>
          <p:cNvCxnSpPr>
            <a:stCxn id="6" idx="1"/>
          </p:cNvCxnSpPr>
          <p:nvPr/>
        </p:nvCxnSpPr>
        <p:spPr>
          <a:xfrm flipH="1">
            <a:off x="3401690" y="5256001"/>
            <a:ext cx="3925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50B3BB-58AF-E9FB-F44F-D15810B063AB}"/>
              </a:ext>
            </a:extLst>
          </p:cNvPr>
          <p:cNvCxnSpPr/>
          <p:nvPr/>
        </p:nvCxnSpPr>
        <p:spPr>
          <a:xfrm flipV="1">
            <a:off x="3401690" y="1655601"/>
            <a:ext cx="0" cy="3600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9E99BC-7D43-55D3-F4DE-94F8BCAF2A67}"/>
              </a:ext>
            </a:extLst>
          </p:cNvPr>
          <p:cNvCxnSpPr>
            <a:endCxn id="8" idx="3"/>
          </p:cNvCxnSpPr>
          <p:nvPr/>
        </p:nvCxnSpPr>
        <p:spPr>
          <a:xfrm flipH="1">
            <a:off x="2609601" y="1655601"/>
            <a:ext cx="79208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8EDC25-7D5E-EDF0-BF8A-89ABF0B20CB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417914" y="5256001"/>
            <a:ext cx="7659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6D312B-FB08-04EA-15A0-1ED25435F42B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183877" y="5256001"/>
            <a:ext cx="0" cy="4454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38C480-5ECC-965F-267E-F36A64E05FC3}"/>
              </a:ext>
            </a:extLst>
          </p:cNvPr>
          <p:cNvCxnSpPr>
            <a:endCxn id="4" idx="1"/>
          </p:cNvCxnSpPr>
          <p:nvPr/>
        </p:nvCxnSpPr>
        <p:spPr>
          <a:xfrm>
            <a:off x="3401690" y="2483693"/>
            <a:ext cx="1440160" cy="8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03EFBA9-0D19-E40F-CE15-D3F85D390771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81108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D62EFE-8B9B-27A2-505C-629B06FC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84" y="1764342"/>
            <a:ext cx="4277322" cy="1562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5E2719-F012-E35B-691B-2AA5A1A26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37" y="3325931"/>
            <a:ext cx="3334215" cy="2010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14E838-48B8-6C80-D261-4DD853EC8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203" y="2122809"/>
            <a:ext cx="5706271" cy="16290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0FCD0C-6D97-0975-ABAC-28831D8B974B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353681" y="1619597"/>
            <a:ext cx="0" cy="503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DA0458E-56BE-A376-977D-3B19C4D0AFD3}"/>
              </a:ext>
            </a:extLst>
          </p:cNvPr>
          <p:cNvSpPr/>
          <p:nvPr/>
        </p:nvSpPr>
        <p:spPr>
          <a:xfrm>
            <a:off x="4752203" y="2122809"/>
            <a:ext cx="3202956" cy="16290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CA6C29-DB51-914F-AC67-D3DD729AED0D}"/>
              </a:ext>
            </a:extLst>
          </p:cNvPr>
          <p:cNvSpPr/>
          <p:nvPr/>
        </p:nvSpPr>
        <p:spPr>
          <a:xfrm>
            <a:off x="884940" y="4815975"/>
            <a:ext cx="802744" cy="476030"/>
          </a:xfrm>
          <a:prstGeom prst="rect">
            <a:avLst/>
          </a:prstGeom>
          <a:noFill/>
          <a:ln w="38100">
            <a:solidFill>
              <a:srgbClr val="8FC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900BC1-6A1B-02F4-33F8-6CA88854F5E7}"/>
              </a:ext>
            </a:extLst>
          </p:cNvPr>
          <p:cNvSpPr txBox="1"/>
          <p:nvPr/>
        </p:nvSpPr>
        <p:spPr>
          <a:xfrm>
            <a:off x="3477228" y="5904944"/>
            <a:ext cx="426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+mn-lt"/>
              </a:rPr>
              <a:t>ตัวแปรที่เป็น </a:t>
            </a:r>
            <a:r>
              <a:rPr lang="en-US" dirty="0">
                <a:latin typeface="+mn-lt"/>
              </a:rPr>
              <a:t>parameter </a:t>
            </a:r>
            <a:r>
              <a:rPr lang="th-TH" dirty="0">
                <a:latin typeface="+mn-lt"/>
              </a:rPr>
              <a:t>ที่สามารถใช้เป็น </a:t>
            </a:r>
            <a:r>
              <a:rPr lang="en-US" dirty="0">
                <a:latin typeface="+mn-lt"/>
              </a:rPr>
              <a:t>Output </a:t>
            </a:r>
            <a:r>
              <a:rPr lang="th-TH" dirty="0">
                <a:latin typeface="+mn-lt"/>
              </a:rPr>
              <a:t>ได้เฉพาะค่า </a:t>
            </a:r>
            <a:r>
              <a:rPr lang="en-US" dirty="0">
                <a:latin typeface="+mn-lt"/>
              </a:rPr>
              <a:t>value </a:t>
            </a:r>
            <a:r>
              <a:rPr lang="th-TH" dirty="0">
                <a:latin typeface="+mn-lt"/>
              </a:rPr>
              <a:t>ของ </a:t>
            </a:r>
            <a:r>
              <a:rPr lang="en-US" dirty="0">
                <a:latin typeface="+mn-lt"/>
              </a:rPr>
              <a:t>pointer </a:t>
            </a:r>
            <a:r>
              <a:rPr lang="th-TH" dirty="0">
                <a:latin typeface="+mn-lt"/>
              </a:rPr>
              <a:t>ที่เป็น </a:t>
            </a:r>
            <a:r>
              <a:rPr lang="en-US" dirty="0">
                <a:latin typeface="+mn-lt"/>
              </a:rPr>
              <a:t>parameter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0155E0-8DED-42F9-D0E7-FF1C5387AAAB}"/>
              </a:ext>
            </a:extLst>
          </p:cNvPr>
          <p:cNvCxnSpPr>
            <a:stCxn id="9" idx="2"/>
          </p:cNvCxnSpPr>
          <p:nvPr/>
        </p:nvCxnSpPr>
        <p:spPr>
          <a:xfrm>
            <a:off x="1286312" y="5292005"/>
            <a:ext cx="0" cy="860550"/>
          </a:xfrm>
          <a:prstGeom prst="line">
            <a:avLst/>
          </a:prstGeom>
          <a:ln w="38100">
            <a:solidFill>
              <a:srgbClr val="8FCC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C4F701-4619-CD66-3D7F-88C8EC585D8C}"/>
              </a:ext>
            </a:extLst>
          </p:cNvPr>
          <p:cNvCxnSpPr>
            <a:cxnSpLocks/>
          </p:cNvCxnSpPr>
          <p:nvPr/>
        </p:nvCxnSpPr>
        <p:spPr>
          <a:xfrm>
            <a:off x="1286312" y="6152555"/>
            <a:ext cx="1902884" cy="0"/>
          </a:xfrm>
          <a:prstGeom prst="straightConnector1">
            <a:avLst/>
          </a:prstGeom>
          <a:ln w="38100">
            <a:solidFill>
              <a:srgbClr val="8FCC3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213DDF8-217E-1D01-C28B-C5747495908B}"/>
              </a:ext>
            </a:extLst>
          </p:cNvPr>
          <p:cNvCxnSpPr/>
          <p:nvPr/>
        </p:nvCxnSpPr>
        <p:spPr>
          <a:xfrm flipH="1">
            <a:off x="2109076" y="1619597"/>
            <a:ext cx="42446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85666D-59C2-88F1-DB4D-24AB8D27F2BF}"/>
              </a:ext>
            </a:extLst>
          </p:cNvPr>
          <p:cNvCxnSpPr>
            <a:cxnSpLocks/>
          </p:cNvCxnSpPr>
          <p:nvPr/>
        </p:nvCxnSpPr>
        <p:spPr>
          <a:xfrm>
            <a:off x="2109076" y="1619597"/>
            <a:ext cx="0" cy="5760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1AD3E6D-9E19-48EA-0FA3-72035CA897F4}"/>
              </a:ext>
            </a:extLst>
          </p:cNvPr>
          <p:cNvSpPr/>
          <p:nvPr/>
        </p:nvSpPr>
        <p:spPr>
          <a:xfrm>
            <a:off x="9525900" y="2174625"/>
            <a:ext cx="932574" cy="1577185"/>
          </a:xfrm>
          <a:prstGeom prst="rect">
            <a:avLst/>
          </a:prstGeom>
          <a:noFill/>
          <a:ln w="38100">
            <a:solidFill>
              <a:srgbClr val="8FCC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7DE4328-ABE2-BE76-FEE5-A5F965035AB9}"/>
              </a:ext>
            </a:extLst>
          </p:cNvPr>
          <p:cNvCxnSpPr>
            <a:cxnSpLocks/>
            <a:endCxn id="32" idx="2"/>
          </p:cNvCxnSpPr>
          <p:nvPr/>
        </p:nvCxnSpPr>
        <p:spPr>
          <a:xfrm flipV="1">
            <a:off x="9992187" y="3751810"/>
            <a:ext cx="0" cy="2476299"/>
          </a:xfrm>
          <a:prstGeom prst="straightConnector1">
            <a:avLst/>
          </a:prstGeom>
          <a:ln w="38100">
            <a:solidFill>
              <a:srgbClr val="8FCC3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63313B1-9A04-136C-D891-3C272E8002A9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7743014" y="6228109"/>
            <a:ext cx="2249173" cy="1"/>
          </a:xfrm>
          <a:prstGeom prst="line">
            <a:avLst/>
          </a:prstGeom>
          <a:ln w="38100">
            <a:solidFill>
              <a:srgbClr val="8FCC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815A539-234D-3897-9B81-74DCA5B24DE6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Parameter</a:t>
            </a:r>
          </a:p>
        </p:txBody>
      </p:sp>
    </p:spTree>
    <p:extLst>
      <p:ext uri="{BB962C8B-B14F-4D97-AF65-F5344CB8AC3E}">
        <p14:creationId xmlns:p14="http://schemas.microsoft.com/office/powerpoint/2010/main" val="1291280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D368E-7B0D-383A-7727-AE06E4242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86" y="1187549"/>
            <a:ext cx="2200582" cy="2381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B8E004-FB4A-837A-6A16-C414B0BE6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730" y="1547589"/>
            <a:ext cx="2210108" cy="1857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59689B-BC21-3CAC-1D4F-C8CF0F5DF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70" y="3978657"/>
            <a:ext cx="7068536" cy="12670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369D21-9529-46E0-EAF8-B2572F5B29E8}"/>
              </a:ext>
            </a:extLst>
          </p:cNvPr>
          <p:cNvSpPr txBox="1"/>
          <p:nvPr/>
        </p:nvSpPr>
        <p:spPr>
          <a:xfrm>
            <a:off x="3744432" y="1150413"/>
            <a:ext cx="316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pointer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เป็นตัวแปรที่ต้อง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2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ส่วนคือ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26927D-DBFD-B80E-6535-7C7EAA1635F1}"/>
              </a:ext>
            </a:extLst>
          </p:cNvPr>
          <p:cNvCxnSpPr/>
          <p:nvPr/>
        </p:nvCxnSpPr>
        <p:spPr>
          <a:xfrm>
            <a:off x="4337794" y="1821150"/>
            <a:ext cx="283626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4A1172-84C2-8506-F44A-D33914305044}"/>
              </a:ext>
            </a:extLst>
          </p:cNvPr>
          <p:cNvCxnSpPr>
            <a:cxnSpLocks/>
          </p:cNvCxnSpPr>
          <p:nvPr/>
        </p:nvCxnSpPr>
        <p:spPr>
          <a:xfrm>
            <a:off x="4108980" y="2843733"/>
            <a:ext cx="0" cy="1440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181DA7E-E402-2F8B-2153-72328B301AC5}"/>
              </a:ext>
            </a:extLst>
          </p:cNvPr>
          <p:cNvCxnSpPr>
            <a:cxnSpLocks/>
          </p:cNvCxnSpPr>
          <p:nvPr/>
        </p:nvCxnSpPr>
        <p:spPr>
          <a:xfrm>
            <a:off x="4108980" y="2987749"/>
            <a:ext cx="224503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179F03-A3BB-5FFD-618B-F69161924A5A}"/>
              </a:ext>
            </a:extLst>
          </p:cNvPr>
          <p:cNvCxnSpPr>
            <a:cxnSpLocks/>
          </p:cNvCxnSpPr>
          <p:nvPr/>
        </p:nvCxnSpPr>
        <p:spPr>
          <a:xfrm flipV="1">
            <a:off x="6354018" y="1832796"/>
            <a:ext cx="0" cy="11549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959A43-054D-F868-372C-00FA09A3480D}"/>
              </a:ext>
            </a:extLst>
          </p:cNvPr>
          <p:cNvCxnSpPr>
            <a:cxnSpLocks/>
          </p:cNvCxnSpPr>
          <p:nvPr/>
        </p:nvCxnSpPr>
        <p:spPr>
          <a:xfrm>
            <a:off x="5090340" y="2754270"/>
            <a:ext cx="2083716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6CF650-6119-5BD8-0A43-C41992EBD48E}"/>
              </a:ext>
            </a:extLst>
          </p:cNvPr>
          <p:cNvCxnSpPr>
            <a:cxnSpLocks/>
          </p:cNvCxnSpPr>
          <p:nvPr/>
        </p:nvCxnSpPr>
        <p:spPr>
          <a:xfrm>
            <a:off x="4481810" y="1999710"/>
            <a:ext cx="1080120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5B2FC99-9FF3-6AEE-216E-ED909933484E}"/>
              </a:ext>
            </a:extLst>
          </p:cNvPr>
          <p:cNvCxnSpPr>
            <a:cxnSpLocks/>
          </p:cNvCxnSpPr>
          <p:nvPr/>
        </p:nvCxnSpPr>
        <p:spPr>
          <a:xfrm flipV="1">
            <a:off x="5561930" y="1999710"/>
            <a:ext cx="0" cy="75456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D8778E3-37DB-FE56-2AA5-58D30E380B5A}"/>
              </a:ext>
            </a:extLst>
          </p:cNvPr>
          <p:cNvSpPr txBox="1"/>
          <p:nvPr/>
        </p:nvSpPr>
        <p:spPr>
          <a:xfrm>
            <a:off x="7232188" y="1636484"/>
            <a:ext cx="93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Address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87DA0C-FA57-97E8-BAE4-44ABEEAAF6E5}"/>
              </a:ext>
            </a:extLst>
          </p:cNvPr>
          <p:cNvSpPr txBox="1"/>
          <p:nvPr/>
        </p:nvSpPr>
        <p:spPr>
          <a:xfrm>
            <a:off x="7232188" y="2530572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Value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2B06422-A033-C2FD-A026-395BBE500C7C}"/>
                  </a:ext>
                </a:extLst>
              </p14:cNvPr>
              <p14:cNvContentPartPr/>
              <p14:nvPr/>
            </p14:nvContentPartPr>
            <p14:xfrm>
              <a:off x="3886120" y="1828700"/>
              <a:ext cx="401400" cy="5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2B06422-A033-C2FD-A026-395BBE500C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0120" y="1756700"/>
                <a:ext cx="4730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AB15D03-84C7-B2DD-1ADE-B3A116CB68FA}"/>
                  </a:ext>
                </a:extLst>
              </p14:cNvPr>
              <p14:cNvContentPartPr/>
              <p14:nvPr/>
            </p14:nvContentPartPr>
            <p14:xfrm>
              <a:off x="3886120" y="2753180"/>
              <a:ext cx="409680" cy="5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AB15D03-84C7-B2DD-1ADE-B3A116CB68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50120" y="2681180"/>
                <a:ext cx="4813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37A773E-FC11-E1BF-9594-04E2A7A78B91}"/>
                  </a:ext>
                </a:extLst>
              </p14:cNvPr>
              <p14:cNvContentPartPr/>
              <p14:nvPr/>
            </p14:nvContentPartPr>
            <p14:xfrm>
              <a:off x="3888640" y="2001140"/>
              <a:ext cx="546480" cy="2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37A773E-FC11-E1BF-9594-04E2A7A78B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52640" y="1929140"/>
                <a:ext cx="61812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5A3E1F8-55A9-81B9-E6F7-CCA2CE5AA269}"/>
                  </a:ext>
                </a:extLst>
              </p14:cNvPr>
              <p14:cNvContentPartPr/>
              <p14:nvPr/>
            </p14:nvContentPartPr>
            <p14:xfrm>
              <a:off x="4510720" y="2758220"/>
              <a:ext cx="538920" cy="7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5A3E1F8-55A9-81B9-E6F7-CCA2CE5AA2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74720" y="2686580"/>
                <a:ext cx="610560" cy="15156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986ACB95-0846-508F-15C9-23629A486E7F}"/>
              </a:ext>
            </a:extLst>
          </p:cNvPr>
          <p:cNvSpPr/>
          <p:nvPr/>
        </p:nvSpPr>
        <p:spPr>
          <a:xfrm>
            <a:off x="529020" y="4000090"/>
            <a:ext cx="648072" cy="12241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CE0DE21-DBC1-7F07-53AA-210023411770}"/>
              </a:ext>
            </a:extLst>
          </p:cNvPr>
          <p:cNvSpPr/>
          <p:nvPr/>
        </p:nvSpPr>
        <p:spPr>
          <a:xfrm>
            <a:off x="2609602" y="4000090"/>
            <a:ext cx="648072" cy="12241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691FDD-73D5-D572-0CA7-6423D4B78915}"/>
              </a:ext>
            </a:extLst>
          </p:cNvPr>
          <p:cNvCxnSpPr>
            <a:cxnSpLocks/>
          </p:cNvCxnSpPr>
          <p:nvPr/>
        </p:nvCxnSpPr>
        <p:spPr>
          <a:xfrm flipV="1">
            <a:off x="836754" y="5224226"/>
            <a:ext cx="0" cy="4998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CF68E1F-4A84-C60F-B4C8-796D4CF5654F}"/>
              </a:ext>
            </a:extLst>
          </p:cNvPr>
          <p:cNvCxnSpPr>
            <a:cxnSpLocks/>
          </p:cNvCxnSpPr>
          <p:nvPr/>
        </p:nvCxnSpPr>
        <p:spPr>
          <a:xfrm flipV="1">
            <a:off x="2933638" y="5224225"/>
            <a:ext cx="0" cy="4998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D54D99C-9B4F-F9D3-A4C5-0C7F9FB9A7B5}"/>
              </a:ext>
            </a:extLst>
          </p:cNvPr>
          <p:cNvCxnSpPr>
            <a:cxnSpLocks/>
          </p:cNvCxnSpPr>
          <p:nvPr/>
        </p:nvCxnSpPr>
        <p:spPr>
          <a:xfrm>
            <a:off x="836754" y="5724052"/>
            <a:ext cx="20968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B3ED850-8526-CFA1-4D23-1C6F0F4C6D95}"/>
              </a:ext>
            </a:extLst>
          </p:cNvPr>
          <p:cNvCxnSpPr>
            <a:cxnSpLocks/>
          </p:cNvCxnSpPr>
          <p:nvPr/>
        </p:nvCxnSpPr>
        <p:spPr>
          <a:xfrm flipV="1">
            <a:off x="1817514" y="5724052"/>
            <a:ext cx="0" cy="2160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9DB8DCD-E462-9B40-448F-C3B51F18930C}"/>
              </a:ext>
            </a:extLst>
          </p:cNvPr>
          <p:cNvSpPr txBox="1"/>
          <p:nvPr/>
        </p:nvSpPr>
        <p:spPr>
          <a:xfrm>
            <a:off x="1167773" y="5989754"/>
            <a:ext cx="4482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pointer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ต้องใส่ตัวแปรที่เป็น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ก่อน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Value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เสมอ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6F71EE-D4FE-87E3-BFAB-9BC63625F27D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93587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D936C-C2CA-9FD3-521C-C3D38005A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54" y="1089332"/>
            <a:ext cx="2614943" cy="34563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E1EEED-22C5-B2E0-2E12-C748F0061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85" y="4742150"/>
            <a:ext cx="1656184" cy="23491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217FBE-C24B-D389-E352-73C3B6BFF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714" y="4821221"/>
            <a:ext cx="6192114" cy="10955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50C5F9-AA2D-1B16-2EE5-3C673400CE89}"/>
              </a:ext>
            </a:extLst>
          </p:cNvPr>
          <p:cNvSpPr txBox="1"/>
          <p:nvPr/>
        </p:nvSpPr>
        <p:spPr>
          <a:xfrm>
            <a:off x="3617714" y="1763613"/>
            <a:ext cx="66143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1.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ให้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Add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ทุก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Index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ที่ปรากฏใน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Function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ยกเว้นอยู่ใน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loop</a:t>
            </a:r>
            <a:endParaRPr lang="th-TH" sz="2400" dirty="0">
              <a:latin typeface="TH SarabunPSK" panose="020B0502040204020203" pitchFamily="34" charset="-34"/>
              <a:cs typeface="TH SarabunPSK" panose="020B0502040204020203" pitchFamily="34" charset="-34"/>
            </a:endParaRPr>
          </a:p>
          <a:p>
            <a:endParaRPr lang="th-TH" sz="2400" dirty="0">
              <a:latin typeface="TH SarabunPSK" panose="020B0502040204020203" pitchFamily="34" charset="-34"/>
              <a:cs typeface="TH SarabunPSK" panose="020B0502040204020203" pitchFamily="34" charset="-34"/>
            </a:endParaRPr>
          </a:p>
          <a:p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2.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ถ้าอยู่ใน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loop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แล้ว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Index </a:t>
            </a:r>
            <a:r>
              <a:rPr lang="th-TH" sz="2400" u="sng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มากกว่า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4 index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ให้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Add index MIN, MID, MAX</a:t>
            </a:r>
            <a:endParaRPr lang="th-TH" sz="2400" dirty="0">
              <a:latin typeface="TH SarabunPSK" panose="020B0502040204020203" pitchFamily="34" charset="-34"/>
              <a:cs typeface="TH SarabunPSK" panose="020B0502040204020203" pitchFamily="34" charset="-34"/>
            </a:endParaRPr>
          </a:p>
          <a:p>
            <a:endParaRPr lang="th-TH" sz="2400" dirty="0">
              <a:latin typeface="TH SarabunPSK" panose="020B0502040204020203" pitchFamily="34" charset="-34"/>
              <a:cs typeface="TH SarabunPSK" panose="020B0502040204020203" pitchFamily="34" charset="-34"/>
            </a:endParaRPr>
          </a:p>
          <a:p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3.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ถ้าอยู่ใน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loop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แล้ว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Index </a:t>
            </a:r>
            <a:r>
              <a:rPr lang="th-TH" sz="2400" u="sng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น้อยกว่า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4 index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ให้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Add </a:t>
            </a:r>
            <a:r>
              <a:rPr lang="th-TH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ทุก </a:t>
            </a:r>
            <a:r>
              <a:rPr lang="en-US" sz="2400" dirty="0">
                <a:latin typeface="TH SarabunPSK" panose="020B0502040204020203" pitchFamily="34" charset="-34"/>
                <a:cs typeface="TH SarabunPSK" panose="020B0502040204020203" pitchFamily="34" charset="-34"/>
              </a:rPr>
              <a:t>index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32E9174-7040-C5D2-456A-623ED8936C34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12667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DEC3E1-23C7-CB0D-1EC0-07B47C919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70" y="1187549"/>
            <a:ext cx="3240360" cy="32743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22C5C9-B9F9-78CA-B991-E0D4695A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87" y="4643933"/>
            <a:ext cx="3724795" cy="1390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12F923-A483-1341-3F2F-821C4F405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962" y="4139877"/>
            <a:ext cx="3153215" cy="29817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D8EC86-884D-BCE0-11C6-B507B09AC5C2}"/>
              </a:ext>
            </a:extLst>
          </p:cNvPr>
          <p:cNvSpPr txBox="1"/>
          <p:nvPr/>
        </p:nvSpPr>
        <p:spPr>
          <a:xfrm>
            <a:off x="5057254" y="1653944"/>
            <a:ext cx="57422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ตัวแปรชนิดข้อมูลที่เป็นแบบ </a:t>
            </a:r>
            <a:r>
              <a:rPr lang="en-US" sz="2000" b="1" dirty="0"/>
              <a:t>Structure</a:t>
            </a:r>
            <a:endParaRPr lang="th-TH" sz="2000" b="1" dirty="0"/>
          </a:p>
          <a:p>
            <a:b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สามารถเพิ่มเป็น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Output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ได้โดยตรง เพราะแต่ละสมาชิกใน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Structure </a:t>
            </a:r>
          </a:p>
          <a:p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จะมี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ของตัวเองแยกกัน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EFF7DE-C55D-513E-0C2C-B7E228CE4BA3}"/>
              </a:ext>
            </a:extLst>
          </p:cNvPr>
          <p:cNvSpPr/>
          <p:nvPr/>
        </p:nvSpPr>
        <p:spPr>
          <a:xfrm>
            <a:off x="521370" y="1547589"/>
            <a:ext cx="1872208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ECC52-8FEC-E5B9-248D-CF6717626801}"/>
              </a:ext>
            </a:extLst>
          </p:cNvPr>
          <p:cNvSpPr/>
          <p:nvPr/>
        </p:nvSpPr>
        <p:spPr>
          <a:xfrm>
            <a:off x="5867344" y="4720252"/>
            <a:ext cx="1872208" cy="24013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D86BB6E-DA36-1049-490D-CA986F28254B}"/>
              </a:ext>
            </a:extLst>
          </p:cNvPr>
          <p:cNvCxnSpPr>
            <a:stCxn id="4" idx="3"/>
          </p:cNvCxnSpPr>
          <p:nvPr/>
        </p:nvCxnSpPr>
        <p:spPr>
          <a:xfrm>
            <a:off x="2393578" y="2123653"/>
            <a:ext cx="18362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986B5E-A295-CA8A-9865-C763F3C09F6E}"/>
              </a:ext>
            </a:extLst>
          </p:cNvPr>
          <p:cNvCxnSpPr>
            <a:cxnSpLocks/>
          </p:cNvCxnSpPr>
          <p:nvPr/>
        </p:nvCxnSpPr>
        <p:spPr>
          <a:xfrm>
            <a:off x="4229782" y="2123653"/>
            <a:ext cx="17382" cy="37972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5C2A1B-2C6A-8861-A13F-74E67794D56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247164" y="5920935"/>
            <a:ext cx="16201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FD47E0E9-27FA-F14C-6B20-49E73AD0188C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Structure &amp; Union</a:t>
            </a:r>
          </a:p>
        </p:txBody>
      </p:sp>
    </p:spTree>
    <p:extLst>
      <p:ext uri="{BB962C8B-B14F-4D97-AF65-F5344CB8AC3E}">
        <p14:creationId xmlns:p14="http://schemas.microsoft.com/office/powerpoint/2010/main" val="58520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AE60B-1EBD-78E6-51E2-4D4A594DB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62" y="971525"/>
            <a:ext cx="3888432" cy="6090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0B7E7-F4AE-C6CC-46CD-143617569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285" y="4355901"/>
            <a:ext cx="2926536" cy="1311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8D270A-EC9C-0FDB-3D55-22F655409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67" y="3778724"/>
            <a:ext cx="1656184" cy="2465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920F7E-3565-8BE2-E063-F4B80A8699E0}"/>
              </a:ext>
            </a:extLst>
          </p:cNvPr>
          <p:cNvSpPr txBox="1"/>
          <p:nvPr/>
        </p:nvSpPr>
        <p:spPr>
          <a:xfrm>
            <a:off x="5129882" y="1763613"/>
            <a:ext cx="5346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ตัวแปรชนิดข้อมูลที่เป็นแบบ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sz="2000" b="1" dirty="0"/>
              <a:t>Union</a:t>
            </a:r>
          </a:p>
          <a:p>
            <a:b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เมื่อจะเพิ่มเป็น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Output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ต้องใช้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ของสมาชิกที่มีขนาดใหญ่ที่สุดใน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Union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เนื่องจาก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Union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ใช้พื้นที่ </a:t>
            </a:r>
            <a:r>
              <a:rPr lang="en-US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sz="20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ร่วมกันทั้งหมด</a:t>
            </a:r>
            <a:endParaRPr lang="en-US" sz="20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32CA5-E198-AB1B-7116-E03525C9BB8B}"/>
              </a:ext>
            </a:extLst>
          </p:cNvPr>
          <p:cNvSpPr/>
          <p:nvPr/>
        </p:nvSpPr>
        <p:spPr>
          <a:xfrm>
            <a:off x="665386" y="5580037"/>
            <a:ext cx="2736304" cy="10081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686F8A-E6BF-AF67-B27B-600217C3CEA1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 flipV="1">
            <a:off x="3401690" y="5011662"/>
            <a:ext cx="1449595" cy="10724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AF47CEF-35A5-9496-A460-4B7B8B0C0F59}"/>
                  </a:ext>
                </a:extLst>
              </p14:cNvPr>
              <p14:cNvContentPartPr/>
              <p14:nvPr/>
            </p14:nvContentPartPr>
            <p14:xfrm>
              <a:off x="951940" y="5780880"/>
              <a:ext cx="1593000" cy="5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AF47CEF-35A5-9496-A460-4B7B8B0C0F5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6300" y="5708880"/>
                <a:ext cx="16646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B6CD24B-A042-17FA-BA40-D39DD5EDD5F2}"/>
                  </a:ext>
                </a:extLst>
              </p14:cNvPr>
              <p14:cNvContentPartPr/>
              <p14:nvPr/>
            </p14:nvContentPartPr>
            <p14:xfrm>
              <a:off x="4988160" y="4698400"/>
              <a:ext cx="146376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B6CD24B-A042-17FA-BA40-D39DD5EDD5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52160" y="4554400"/>
                <a:ext cx="15354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7F75D87-790A-AB48-ED6C-FC7DCFC4B994}"/>
                  </a:ext>
                </a:extLst>
              </p14:cNvPr>
              <p14:cNvContentPartPr/>
              <p14:nvPr/>
            </p14:nvContentPartPr>
            <p14:xfrm>
              <a:off x="4983120" y="5318680"/>
              <a:ext cx="1509120" cy="15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7F75D87-790A-AB48-ED6C-FC7DCFC4B99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47480" y="5246680"/>
                <a:ext cx="15807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C4C66EB-6FDC-C324-16E3-859FCA0E7AB1}"/>
                  </a:ext>
                </a:extLst>
              </p14:cNvPr>
              <p14:cNvContentPartPr/>
              <p14:nvPr/>
            </p14:nvContentPartPr>
            <p14:xfrm>
              <a:off x="1092240" y="6232600"/>
              <a:ext cx="1925640" cy="25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C4C66EB-6FDC-C324-16E3-859FCA0E7AB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56240" y="6160960"/>
                <a:ext cx="1997280" cy="1695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E7386D2-272A-CB59-DA67-9053CEC92F16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Structure &amp; Union</a:t>
            </a:r>
          </a:p>
        </p:txBody>
      </p:sp>
    </p:spTree>
    <p:extLst>
      <p:ext uri="{BB962C8B-B14F-4D97-AF65-F5344CB8AC3E}">
        <p14:creationId xmlns:p14="http://schemas.microsoft.com/office/powerpoint/2010/main" val="3447254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E9923B-2533-4FAA-96CF-63D130626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62" y="1430140"/>
            <a:ext cx="4620464" cy="978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5DCF11-67BC-D28A-CA59-34EECEE39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02" y="3059757"/>
            <a:ext cx="4163006" cy="2419688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BD5BE8-37F0-B449-8FC8-D3F62D3B0722}"/>
              </a:ext>
            </a:extLst>
          </p:cNvPr>
          <p:cNvSpPr txBox="1"/>
          <p:nvPr/>
        </p:nvSpPr>
        <p:spPr>
          <a:xfrm>
            <a:off x="5729764" y="1838413"/>
            <a:ext cx="366959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Stub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ใช้ในกรณีที่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target function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มีการเรียกใช้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function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อื่น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A8597-B4B6-AF01-320E-CBB1E8CDEBBE}"/>
              </a:ext>
            </a:extLst>
          </p:cNvPr>
          <p:cNvSpPr txBox="1"/>
          <p:nvPr/>
        </p:nvSpPr>
        <p:spPr>
          <a:xfrm>
            <a:off x="5705946" y="2884854"/>
            <a:ext cx="3837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1.</a:t>
            </a:r>
            <a:r>
              <a:rPr lang="en-US" b="1" dirty="0">
                <a:solidFill>
                  <a:srgbClr val="8FCC3D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Stub counter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เป็นตัวนับจำนวนครั้งที่ฟังก์ชั่นถูกเรียกใช้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Ex. u1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counter_AMSTB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_+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ชื่อฟังก์ชั่น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21A20-9AF8-7030-5B83-3BEE6EBF5084}"/>
              </a:ext>
            </a:extLst>
          </p:cNvPr>
          <p:cNvSpPr txBox="1"/>
          <p:nvPr/>
        </p:nvSpPr>
        <p:spPr>
          <a:xfrm>
            <a:off x="5706904" y="3645891"/>
            <a:ext cx="4822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2.</a:t>
            </a:r>
            <a:r>
              <a:rPr lang="en-US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Stub parameter</a:t>
            </a:r>
            <a:r>
              <a:rPr lang="th-TH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ไว้ดูค่าที่ถูกส่งมาจาก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target function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control 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ค่าที่ถูกส่งเข้ามาถ้าตัวแปรนั้นเป็นประเภท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pointer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Ex. u1 AMSTB_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ชื่อฟังก์ชั่น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_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ชื่อตัวแปร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EF39E-C5CB-E842-0B9F-82EA2C32C3AF}"/>
              </a:ext>
            </a:extLst>
          </p:cNvPr>
          <p:cNvSpPr txBox="1"/>
          <p:nvPr/>
        </p:nvSpPr>
        <p:spPr>
          <a:xfrm>
            <a:off x="5719406" y="4569221"/>
            <a:ext cx="5069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3.</a:t>
            </a:r>
            <a:r>
              <a:rPr lang="en-US" b="1" dirty="0">
                <a:solidFill>
                  <a:srgbClr val="00B0F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Stub return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ไว้ 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control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ค่าของตัวแปร ที่ถูกรับค่าจาก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function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ที่ถูกเรียก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Ex. u1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return_AMSTB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_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ชื่อฟังก์ชั่น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9B1F16-0BCB-AFC9-AF07-62D67B770352}"/>
                  </a:ext>
                </a:extLst>
              </p14:cNvPr>
              <p14:cNvContentPartPr/>
              <p14:nvPr/>
            </p14:nvContentPartPr>
            <p14:xfrm>
              <a:off x="815400" y="3169500"/>
              <a:ext cx="2835000" cy="38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9B1F16-0BCB-AFC9-AF07-62D67B7703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400" y="3097500"/>
                <a:ext cx="29066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CA258C6-D3F0-239D-E8A8-7C98691B26AC}"/>
                  </a:ext>
                </a:extLst>
              </p14:cNvPr>
              <p14:cNvContentPartPr/>
              <p14:nvPr/>
            </p14:nvContentPartPr>
            <p14:xfrm>
              <a:off x="845640" y="3474420"/>
              <a:ext cx="2918880" cy="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CA258C6-D3F0-239D-E8A8-7C98691B26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9640" y="3331140"/>
                <a:ext cx="29905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D730F84-F8FC-A37E-13B4-81EF4AB36D51}"/>
                  </a:ext>
                </a:extLst>
              </p14:cNvPr>
              <p14:cNvContentPartPr/>
              <p14:nvPr/>
            </p14:nvContentPartPr>
            <p14:xfrm>
              <a:off x="861120" y="3741180"/>
              <a:ext cx="2652120" cy="8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D730F84-F8FC-A37E-13B4-81EF4AB36D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120" y="3669180"/>
                <a:ext cx="2723760" cy="15192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757005E-A847-9C8D-7F08-B5AA881CFA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488" y="5706811"/>
            <a:ext cx="4680520" cy="127525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BADFBC-55BF-714F-E835-B3A3D5D74F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9334" y="5917680"/>
            <a:ext cx="3619814" cy="8535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E31DCBE-1AF1-572C-F801-B50ECD9EC22D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Stub</a:t>
            </a:r>
          </a:p>
        </p:txBody>
      </p:sp>
    </p:spTree>
    <p:extLst>
      <p:ext uri="{BB962C8B-B14F-4D97-AF65-F5344CB8AC3E}">
        <p14:creationId xmlns:p14="http://schemas.microsoft.com/office/powerpoint/2010/main" val="2372414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02A3E8-FEA9-886F-8FD7-CDC9259D13B6}"/>
              </a:ext>
            </a:extLst>
          </p:cNvPr>
          <p:cNvSpPr txBox="1"/>
          <p:nvPr/>
        </p:nvSpPr>
        <p:spPr>
          <a:xfrm>
            <a:off x="4418287" y="1245690"/>
            <a:ext cx="2616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หลักการทาสีใน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TESTCASE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4083BC-6CB1-C6FA-F6A7-F14A5EA34652}"/>
              </a:ext>
            </a:extLst>
          </p:cNvPr>
          <p:cNvGrpSpPr/>
          <p:nvPr/>
        </p:nvGrpSpPr>
        <p:grpSpPr>
          <a:xfrm>
            <a:off x="4283101" y="3203773"/>
            <a:ext cx="6408712" cy="1200329"/>
            <a:chOff x="4985866" y="2555701"/>
            <a:chExt cx="6408712" cy="120032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7DFCC3-26D6-D1C7-9C5C-D4AC85A784B9}"/>
                </a:ext>
              </a:extLst>
            </p:cNvPr>
            <p:cNvSpPr txBox="1"/>
            <p:nvPr/>
          </p:nvSpPr>
          <p:spPr>
            <a:xfrm>
              <a:off x="4985866" y="2555701"/>
              <a:ext cx="640871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Yellow :</a:t>
              </a:r>
              <a:r>
                <a:rPr lang="th-TH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ไฮไลท์สีเหลือง ถ้าเป็นค่าที่มากที่สุด</a:t>
              </a:r>
              <a:r>
                <a:rPr lang="en-US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maximum value </a:t>
              </a:r>
            </a:p>
            <a:p>
              <a:r>
                <a:rPr lang="en-US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Orange : </a:t>
              </a:r>
              <a:r>
                <a:rPr lang="th-TH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ไฮไลท์สีส้ม ถ้าเป็นค่าที่น้อยที่สุด</a:t>
              </a:r>
              <a:r>
                <a:rPr lang="en-US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 minimum value</a:t>
              </a:r>
              <a:endParaRPr lang="th-TH" sz="2400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r>
                <a:rPr lang="en-US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Green : </a:t>
              </a:r>
              <a:r>
                <a:rPr lang="th-TH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ไฮไลท์สีเขียว ถ้าเป็นค่าเกณฑ์</a:t>
              </a:r>
              <a:r>
                <a:rPr lang="en-US" sz="2400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( +- 1)  threshold value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A9D6B5-C18F-6296-1CF6-BAE20CC01DE0}"/>
                    </a:ext>
                  </a:extLst>
                </p14:cNvPr>
                <p14:cNvContentPartPr/>
                <p14:nvPr/>
              </p14:nvContentPartPr>
              <p14:xfrm>
                <a:off x="5126455" y="3136274"/>
                <a:ext cx="562176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A9D6B5-C18F-6296-1CF6-BAE20CC01DE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90824" y="3064634"/>
                  <a:ext cx="633798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B1E8BCF-4A9B-0F25-F974-EB2D0774111F}"/>
                    </a:ext>
                  </a:extLst>
                </p14:cNvPr>
                <p14:cNvContentPartPr/>
                <p14:nvPr/>
              </p14:nvContentPartPr>
              <p14:xfrm>
                <a:off x="5101780" y="3479253"/>
                <a:ext cx="5007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B1E8BCF-4A9B-0F25-F974-EB2D077411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65754" y="3407613"/>
                  <a:ext cx="572452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72CF46-B6A3-7624-CA46-F4459C6C8495}"/>
                    </a:ext>
                  </a:extLst>
                </p14:cNvPr>
                <p14:cNvContentPartPr/>
                <p14:nvPr/>
              </p14:nvContentPartPr>
              <p14:xfrm>
                <a:off x="5101780" y="2773837"/>
                <a:ext cx="500760" cy="10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72CF46-B6A3-7624-CA46-F4459C6C84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65780" y="2701837"/>
                  <a:ext cx="572400" cy="154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31B2C9A-7BA4-6260-26E2-E4995F4A4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18" y="2558095"/>
            <a:ext cx="3016362" cy="280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866AC4-01C6-3F1A-2191-C40242BA465A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cases' guideline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03ABCE-D4A1-F8BB-A653-888D604038E6}"/>
              </a:ext>
            </a:extLst>
          </p:cNvPr>
          <p:cNvSpPr txBox="1">
            <a:spLocks/>
          </p:cNvSpPr>
          <p:nvPr/>
        </p:nvSpPr>
        <p:spPr>
          <a:xfrm>
            <a:off x="-526060" y="1226450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cases' guideline</a:t>
            </a:r>
          </a:p>
        </p:txBody>
      </p:sp>
    </p:spTree>
    <p:extLst>
      <p:ext uri="{BB962C8B-B14F-4D97-AF65-F5344CB8AC3E}">
        <p14:creationId xmlns:p14="http://schemas.microsoft.com/office/powerpoint/2010/main" val="1641839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2B2191-6724-C5C7-CFEB-E4078F793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53" y="2124496"/>
            <a:ext cx="1819529" cy="109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57337-D6FB-DA9D-ADDB-4FACE6C3E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90" y="3746990"/>
            <a:ext cx="1733792" cy="21434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A5C90C-D3EF-4E7D-A8D2-2AF81258F544}"/>
              </a:ext>
            </a:extLst>
          </p:cNvPr>
          <p:cNvSpPr txBox="1"/>
          <p:nvPr/>
        </p:nvSpPr>
        <p:spPr>
          <a:xfrm>
            <a:off x="796781" y="1175134"/>
            <a:ext cx="5641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Single decision : Variable compare </a:t>
            </a:r>
            <a:r>
              <a:rPr lang="en-US" sz="2400" b="1" dirty="0">
                <a:latin typeface="+mj-lt"/>
              </a:rPr>
              <a:t>Constant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8D1E17-28A3-F61B-DF75-7BD4CFEE005D}"/>
              </a:ext>
            </a:extLst>
          </p:cNvPr>
          <p:cNvCxnSpPr/>
          <p:nvPr/>
        </p:nvCxnSpPr>
        <p:spPr>
          <a:xfrm>
            <a:off x="2747730" y="257877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74CD29-258D-02CC-4C37-525BAE23A234}"/>
              </a:ext>
            </a:extLst>
          </p:cNvPr>
          <p:cNvCxnSpPr/>
          <p:nvPr/>
        </p:nvCxnSpPr>
        <p:spPr>
          <a:xfrm>
            <a:off x="2825626" y="5219997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CA5EFC4-13C6-CA1B-5190-4B51766AE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714" y="2239658"/>
            <a:ext cx="1860192" cy="86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A66055-089E-85E3-B601-1B53846EE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917" y="4211885"/>
            <a:ext cx="1702989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4DA822-6602-0B97-C81F-0AA6ED119272}"/>
              </a:ext>
            </a:extLst>
          </p:cNvPr>
          <p:cNvSpPr txBox="1"/>
          <p:nvPr/>
        </p:nvSpPr>
        <p:spPr>
          <a:xfrm>
            <a:off x="5774235" y="2394104"/>
            <a:ext cx="385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ถ้าเป็นการ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operator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ด้วย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==, !=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ให้ใช้ค่า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const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default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13BF14-B0FC-2FFF-3372-BF2D89691EAF}"/>
              </a:ext>
            </a:extLst>
          </p:cNvPr>
          <p:cNvSpPr txBox="1"/>
          <p:nvPr/>
        </p:nvSpPr>
        <p:spPr>
          <a:xfrm>
            <a:off x="5774235" y="4573666"/>
            <a:ext cx="4568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ถ้าเป็นการ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operator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ด้วย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&lt;, &lt;=, &gt;, &gt;=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ให้ใช้ค่า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min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const-1, const, const+1, max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เพื่อทำให้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testcase coverage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0EE41C-B3E3-8100-1FC0-A36809367DBD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cases' guideline</a:t>
            </a:r>
          </a:p>
        </p:txBody>
      </p:sp>
    </p:spTree>
    <p:extLst>
      <p:ext uri="{BB962C8B-B14F-4D97-AF65-F5344CB8AC3E}">
        <p14:creationId xmlns:p14="http://schemas.microsoft.com/office/powerpoint/2010/main" val="3146747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3ABB7-FCBD-C5D5-DD79-572CFAA9E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02" y="2123653"/>
            <a:ext cx="1848108" cy="1152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62086-AA45-206E-02A8-8F7D425C0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62" y="3829140"/>
            <a:ext cx="2341776" cy="1629586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5223D84-4C3B-7AE2-30F8-C884DA81B641}"/>
              </a:ext>
            </a:extLst>
          </p:cNvPr>
          <p:cNvCxnSpPr/>
          <p:nvPr/>
        </p:nvCxnSpPr>
        <p:spPr>
          <a:xfrm>
            <a:off x="2825626" y="2915741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24D068F-7D9B-F9A4-3C67-2133B2806DFD}"/>
              </a:ext>
            </a:extLst>
          </p:cNvPr>
          <p:cNvCxnSpPr/>
          <p:nvPr/>
        </p:nvCxnSpPr>
        <p:spPr>
          <a:xfrm>
            <a:off x="2825626" y="4859957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CB542D0-3C81-D3B5-8126-958686BB2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521" y="2411686"/>
            <a:ext cx="1559782" cy="96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D9B14D-A3BF-907A-E931-0F6F3BC35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756" y="4180683"/>
            <a:ext cx="1565310" cy="1213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FC8B17-F066-BCA5-EF49-32779451F3BE}"/>
              </a:ext>
            </a:extLst>
          </p:cNvPr>
          <p:cNvSpPr txBox="1"/>
          <p:nvPr/>
        </p:nvSpPr>
        <p:spPr>
          <a:xfrm>
            <a:off x="5346383" y="2731075"/>
            <a:ext cx="5345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ถ้าเป็นการ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operator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ด้วย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==, !=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ให้ใช้ค่า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min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, max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เทียบกัน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363145-4B63-A70E-B528-602C233FF6ED}"/>
              </a:ext>
            </a:extLst>
          </p:cNvPr>
          <p:cNvSpPr txBox="1"/>
          <p:nvPr/>
        </p:nvSpPr>
        <p:spPr>
          <a:xfrm>
            <a:off x="5345906" y="4464226"/>
            <a:ext cx="4568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ถ้าเป็นการ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operator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ด้วย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&lt;, &lt;=, &gt;, &gt;=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ให้ใช้ค่า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min, max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เทียบกันเพื่อทำให้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testcase coverage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213B4-0478-E001-E7A7-93A4F0AE035D}"/>
              </a:ext>
            </a:extLst>
          </p:cNvPr>
          <p:cNvSpPr txBox="1"/>
          <p:nvPr/>
        </p:nvSpPr>
        <p:spPr>
          <a:xfrm>
            <a:off x="796781" y="1175134"/>
            <a:ext cx="55524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Single decision : Variable compare </a:t>
            </a:r>
            <a:r>
              <a:rPr lang="en-US" sz="2400" b="1" dirty="0">
                <a:latin typeface="+mj-lt"/>
              </a:rPr>
              <a:t>Variable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A068538-3ECB-7D8F-9DB2-155AF32AD24B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cases' guideline</a:t>
            </a:r>
          </a:p>
        </p:txBody>
      </p:sp>
    </p:spTree>
    <p:extLst>
      <p:ext uri="{BB962C8B-B14F-4D97-AF65-F5344CB8AC3E}">
        <p14:creationId xmlns:p14="http://schemas.microsoft.com/office/powerpoint/2010/main" val="347202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224206-4793-2B22-48CF-04335508D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267" y="4766418"/>
            <a:ext cx="2073357" cy="12737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4E7CD-3BD3-4280-DE63-4977049B6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26" y="4496400"/>
            <a:ext cx="2679496" cy="160483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F81574-6DA3-26A3-1CBB-EEC5B9C88929}"/>
              </a:ext>
            </a:extLst>
          </p:cNvPr>
          <p:cNvCxnSpPr>
            <a:cxnSpLocks/>
          </p:cNvCxnSpPr>
          <p:nvPr/>
        </p:nvCxnSpPr>
        <p:spPr>
          <a:xfrm>
            <a:off x="4409802" y="2752101"/>
            <a:ext cx="46960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F2598E-D2B4-A5B8-63C1-5727A113D394}"/>
              </a:ext>
            </a:extLst>
          </p:cNvPr>
          <p:cNvCxnSpPr>
            <a:cxnSpLocks/>
          </p:cNvCxnSpPr>
          <p:nvPr/>
        </p:nvCxnSpPr>
        <p:spPr>
          <a:xfrm>
            <a:off x="3905746" y="5369195"/>
            <a:ext cx="46960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6B47AFA7-25E8-5495-5F76-7254D4F48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340" y="1984819"/>
            <a:ext cx="2897294" cy="111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47FDB3-516F-2B0A-ECE0-B98279893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898" y="2382002"/>
            <a:ext cx="2304057" cy="716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E8B76BF-E8D0-68F0-B4F6-87C9DC591FFB}"/>
              </a:ext>
            </a:extLst>
          </p:cNvPr>
          <p:cNvSpPr txBox="1"/>
          <p:nvPr/>
        </p:nvSpPr>
        <p:spPr>
          <a:xfrm>
            <a:off x="1241450" y="3568995"/>
            <a:ext cx="403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กรณีเป็น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AND ( &amp;&amp; 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ให้ทำทุกเงื่อนไขเป็นจริง แล้วเปลี่ยนค่า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A5B53F-6A67-943E-7F8D-58F5156EEDB0}"/>
              </a:ext>
            </a:extLst>
          </p:cNvPr>
          <p:cNvSpPr txBox="1"/>
          <p:nvPr/>
        </p:nvSpPr>
        <p:spPr>
          <a:xfrm>
            <a:off x="1241450" y="6506849"/>
            <a:ext cx="3815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กรณีเป็น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 ( || 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ให้ทำทุกเงื่อนไขเป็นเท็จ แล้วเปลี่ยนค่า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EDDDF-957D-199A-45D6-06FA9398851E}"/>
              </a:ext>
            </a:extLst>
          </p:cNvPr>
          <p:cNvSpPr txBox="1"/>
          <p:nvPr/>
        </p:nvSpPr>
        <p:spPr>
          <a:xfrm>
            <a:off x="796781" y="1175134"/>
            <a:ext cx="595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Multiple decision : Variable compare </a:t>
            </a:r>
            <a:r>
              <a:rPr lang="en-US" sz="2400" b="1" dirty="0">
                <a:latin typeface="+mj-lt"/>
              </a:rPr>
              <a:t>Constant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2578252-558D-377B-3AA2-FAA9D68C135E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cases' guideline</a:t>
            </a:r>
          </a:p>
        </p:txBody>
      </p:sp>
    </p:spTree>
    <p:extLst>
      <p:ext uri="{BB962C8B-B14F-4D97-AF65-F5344CB8AC3E}">
        <p14:creationId xmlns:p14="http://schemas.microsoft.com/office/powerpoint/2010/main" val="2520965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27E509-03F7-E64B-1CBE-AC8742378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61" y="1926063"/>
            <a:ext cx="6840760" cy="159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551C2A-7C9A-834E-9A85-CFB18659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61" y="4667123"/>
            <a:ext cx="7430589" cy="149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9354B1-E56D-3E12-E45A-F2746DB1EE78}"/>
              </a:ext>
            </a:extLst>
          </p:cNvPr>
          <p:cNvSpPr txBox="1"/>
          <p:nvPr/>
        </p:nvSpPr>
        <p:spPr>
          <a:xfrm>
            <a:off x="1011661" y="3933182"/>
            <a:ext cx="4809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กรณีเป็น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AND ( &amp;&amp; 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ให้ทำทุกเงื่อนไขเป็นจริง แล้วเปลี่ยนค่าที่เงื่อนไข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a&lt;d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DDC30D-9BB1-6466-0BAD-01F5B6C32104}"/>
              </a:ext>
            </a:extLst>
          </p:cNvPr>
          <p:cNvSpPr txBox="1"/>
          <p:nvPr/>
        </p:nvSpPr>
        <p:spPr>
          <a:xfrm>
            <a:off x="1011661" y="6506849"/>
            <a:ext cx="473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กรณีเป็น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 ( || 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ให้ทำทุกเงื่อนไขเป็นเท็จ แล้วเปลี่ยนค่าที่เงื่อนไข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 == 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D9AAE9-603F-FDB0-AB1E-EE8C23CCB019}"/>
              </a:ext>
            </a:extLst>
          </p:cNvPr>
          <p:cNvSpPr txBox="1"/>
          <p:nvPr/>
        </p:nvSpPr>
        <p:spPr>
          <a:xfrm>
            <a:off x="796781" y="1175134"/>
            <a:ext cx="5865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Multiple decision : Variable compare </a:t>
            </a:r>
            <a:r>
              <a:rPr lang="en-US" sz="2400" b="1" dirty="0">
                <a:latin typeface="+mj-lt"/>
              </a:rPr>
              <a:t>Variable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A7347D-6FD6-E385-2DB3-ECFEC9453AA6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cases' guideline</a:t>
            </a:r>
          </a:p>
        </p:txBody>
      </p:sp>
    </p:spTree>
    <p:extLst>
      <p:ext uri="{BB962C8B-B14F-4D97-AF65-F5344CB8AC3E}">
        <p14:creationId xmlns:p14="http://schemas.microsoft.com/office/powerpoint/2010/main" val="3764498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21BF89-BC7B-7954-A38D-E2493F607D01}"/>
              </a:ext>
            </a:extLst>
          </p:cNvPr>
          <p:cNvSpPr txBox="1"/>
          <p:nvPr/>
        </p:nvSpPr>
        <p:spPr>
          <a:xfrm>
            <a:off x="3977754" y="1792066"/>
            <a:ext cx="5344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Bit compare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AND ( &amp;&amp; 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ทำให้เงื่อนไขอื่นเป็น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TRUE ,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OR ( || )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ทำให้เงื่อนไขอื่นเป็น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FALSE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B754F-7F33-82AA-102D-C76B19551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434" y="1475581"/>
            <a:ext cx="15621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A15594-F8A9-3A8C-B293-35185F883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56" y="2411685"/>
            <a:ext cx="1615035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5ADF33-0E4C-2D59-A321-D9A95CD0FE79}"/>
              </a:ext>
            </a:extLst>
          </p:cNvPr>
          <p:cNvSpPr txBox="1"/>
          <p:nvPr/>
        </p:nvSpPr>
        <p:spPr>
          <a:xfrm>
            <a:off x="3977754" y="4139877"/>
            <a:ext cx="5344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Switch case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: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Control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ค่าของตัวแปรให้เข้าทุก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switch case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B832E1-87E5-C44D-A3BF-B84058E67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56" y="3779837"/>
            <a:ext cx="2144812" cy="257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AE609A-F1C1-D8AD-C154-D26D13866708}"/>
              </a:ext>
            </a:extLst>
          </p:cNvPr>
          <p:cNvSpPr/>
          <p:nvPr/>
        </p:nvSpPr>
        <p:spPr>
          <a:xfrm>
            <a:off x="2825626" y="3806625"/>
            <a:ext cx="185443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A408CE-6C94-E539-7B1C-F2E65DA15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626" y="3806625"/>
            <a:ext cx="106851" cy="14401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CBA40E2-A45A-AF2A-887D-DACED6E8BA87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cases' guideline</a:t>
            </a:r>
          </a:p>
        </p:txBody>
      </p:sp>
    </p:spTree>
    <p:extLst>
      <p:ext uri="{BB962C8B-B14F-4D97-AF65-F5344CB8AC3E}">
        <p14:creationId xmlns:p14="http://schemas.microsoft.com/office/powerpoint/2010/main" val="3966550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BFAD-84CB-D6B4-989A-70A18BF0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1A7563-D136-8E5D-1254-FF5CB6F6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Unit test report Function :</a:t>
            </a:r>
            <a:br>
              <a:rPr lang="en-US" b="1" dirty="0"/>
            </a:br>
            <a:r>
              <a:rPr lang="en-US" sz="20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ens_ble_SlotMgr_authProc_doPwUpdateWait</a:t>
            </a:r>
            <a:endParaRPr lang="en-US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75168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D330D39-9BBB-91CE-207A-442B7E39A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8" t="14525" r="5368" b="14766"/>
          <a:stretch>
            <a:fillRect/>
          </a:stretch>
        </p:blipFill>
        <p:spPr>
          <a:xfrm>
            <a:off x="1146214" y="2002757"/>
            <a:ext cx="5423828" cy="153618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89F8789-E667-774D-9CDB-57A62B7F255F}"/>
              </a:ext>
            </a:extLst>
          </p:cNvPr>
          <p:cNvCxnSpPr>
            <a:cxnSpLocks/>
          </p:cNvCxnSpPr>
          <p:nvPr/>
        </p:nvCxnSpPr>
        <p:spPr>
          <a:xfrm>
            <a:off x="5417914" y="2553032"/>
            <a:ext cx="230425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C5F63BA-037D-4F9D-AD3B-3823A8D04AE6}"/>
              </a:ext>
            </a:extLst>
          </p:cNvPr>
          <p:cNvSpPr txBox="1"/>
          <p:nvPr/>
        </p:nvSpPr>
        <p:spPr>
          <a:xfrm>
            <a:off x="7722170" y="2404134"/>
            <a:ext cx="3358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Parameter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: @u1t_slotIdx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70C75F4-199E-F842-241C-4A9B1B39B8B2}"/>
              </a:ext>
            </a:extLst>
          </p:cNvPr>
          <p:cNvCxnSpPr>
            <a:cxnSpLocks/>
          </p:cNvCxnSpPr>
          <p:nvPr/>
        </p:nvCxnSpPr>
        <p:spPr>
          <a:xfrm>
            <a:off x="3977754" y="2976835"/>
            <a:ext cx="15121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4CCF8D-BAAF-4A9E-7BD1-8F9AEDA81D6E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4691444" y="4897295"/>
            <a:ext cx="720080" cy="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EB79FEE-EDD4-A42E-044C-EF71C230257B}"/>
              </a:ext>
            </a:extLst>
          </p:cNvPr>
          <p:cNvSpPr txBox="1"/>
          <p:nvPr/>
        </p:nvSpPr>
        <p:spPr>
          <a:xfrm>
            <a:off x="5411524" y="4604907"/>
            <a:ext cx="576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Goble Variable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sts_ble_ReqMgr.en_CmdType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ให้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</a:t>
            </a:r>
            <a:endParaRPr lang="th-TH" sz="16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en-US" sz="16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Constant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en_BLE_AUTHSTS_PW_UPDATE_WAIT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ไม่ต้อง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</a:t>
            </a:r>
            <a:r>
              <a:rPr lang="th-TH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3C5013-9FE4-0F73-024D-11CED80A16F8}"/>
              </a:ext>
            </a:extLst>
          </p:cNvPr>
          <p:cNvSpPr txBox="1"/>
          <p:nvPr/>
        </p:nvSpPr>
        <p:spPr>
          <a:xfrm>
            <a:off x="829666" y="1151216"/>
            <a:ext cx="3568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 output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Target function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มาก่อน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1FF64C3-427F-973B-9637-0ACE84B6D59B}"/>
              </a:ext>
            </a:extLst>
          </p:cNvPr>
          <p:cNvSpPr/>
          <p:nvPr/>
        </p:nvSpPr>
        <p:spPr>
          <a:xfrm>
            <a:off x="1673498" y="2677398"/>
            <a:ext cx="2088232" cy="7920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BD1E18A-4994-22B2-CA53-74DFB4A5FEE0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2717614" y="3469485"/>
            <a:ext cx="0" cy="882006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0EA5A3E-9E5F-6655-E402-5418BFC81402}"/>
              </a:ext>
            </a:extLst>
          </p:cNvPr>
          <p:cNvSpPr txBox="1"/>
          <p:nvPr/>
        </p:nvSpPr>
        <p:spPr>
          <a:xfrm>
            <a:off x="1025426" y="4480608"/>
            <a:ext cx="3879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Local Variable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ไม่ต้อง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Input/Output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C68515C-2472-D092-C2ED-8E8EDBF3E374}"/>
              </a:ext>
            </a:extLst>
          </p:cNvPr>
          <p:cNvCxnSpPr>
            <a:cxnSpLocks/>
          </p:cNvCxnSpPr>
          <p:nvPr/>
        </p:nvCxnSpPr>
        <p:spPr>
          <a:xfrm>
            <a:off x="4697834" y="2976835"/>
            <a:ext cx="0" cy="192046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FD45F61-70BB-DC83-0DD2-2FF767D0B820}"/>
              </a:ext>
            </a:extLst>
          </p:cNvPr>
          <p:cNvSpPr/>
          <p:nvPr/>
        </p:nvSpPr>
        <p:spPr>
          <a:xfrm>
            <a:off x="3833738" y="2677398"/>
            <a:ext cx="1872206" cy="299427"/>
          </a:xfrm>
          <a:prstGeom prst="rect">
            <a:avLst/>
          </a:prstGeom>
          <a:noFill/>
          <a:ln w="381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5D4559F-4E62-C62A-8412-B90792254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170" y="5935169"/>
            <a:ext cx="2638425" cy="3524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E4527B0F-8630-9F77-EBC4-40805CA48F3E}"/>
              </a:ext>
            </a:extLst>
          </p:cNvPr>
          <p:cNvSpPr txBox="1"/>
          <p:nvPr/>
        </p:nvSpPr>
        <p:spPr>
          <a:xfrm>
            <a:off x="7650162" y="565204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6FC508-9DBD-F638-9E95-295B745BE75C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2285522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CF63C-D021-626D-41C3-497C28619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78" t="22115" r="8390" b="22765"/>
          <a:stretch>
            <a:fillRect/>
          </a:stretch>
        </p:blipFill>
        <p:spPr>
          <a:xfrm>
            <a:off x="953417" y="2061903"/>
            <a:ext cx="4208723" cy="9258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9303D-FE77-BF08-90B0-941055C84081}"/>
              </a:ext>
            </a:extLst>
          </p:cNvPr>
          <p:cNvSpPr txBox="1"/>
          <p:nvPr/>
        </p:nvSpPr>
        <p:spPr>
          <a:xfrm>
            <a:off x="881410" y="1403573"/>
            <a:ext cx="4224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ถ้ามีการ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เรียกใช้ฟังชั่นอื่นใน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target function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ให้ใช้ตัวแปรใน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Stub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CE3BF-EE22-4DF7-FC23-8E08C9D629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13" t="14673" r="5730" b="17858"/>
          <a:stretch>
            <a:fillRect/>
          </a:stretch>
        </p:blipFill>
        <p:spPr>
          <a:xfrm>
            <a:off x="953418" y="4348252"/>
            <a:ext cx="5848207" cy="164835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C98938-291D-7895-180C-0DA148F7737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057779" y="2987748"/>
            <a:ext cx="0" cy="13605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4F7788-0826-D54D-FD02-434B3F4448D7}"/>
              </a:ext>
            </a:extLst>
          </p:cNvPr>
          <p:cNvSpPr txBox="1"/>
          <p:nvPr/>
        </p:nvSpPr>
        <p:spPr>
          <a:xfrm>
            <a:off x="884610" y="3922391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Stub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D3011-7BC7-7822-7155-B01FA2C5B847}"/>
              </a:ext>
            </a:extLst>
          </p:cNvPr>
          <p:cNvSpPr txBox="1"/>
          <p:nvPr/>
        </p:nvSpPr>
        <p:spPr>
          <a:xfrm>
            <a:off x="5381401" y="2058903"/>
            <a:ext cx="4632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เพิ่ม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counter_AMSTB_vos_ble_SlotMgr_OpeReq_CmdCheckTick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สำหรับตรวจสอบการเรียกใช้ฟังก์ชั่น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371CA8-8A36-42DA-31D2-044B936A5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264" y="3338602"/>
            <a:ext cx="4391025" cy="1809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88F68E-F13F-4981-689A-227620294C38}"/>
              </a:ext>
            </a:extLst>
          </p:cNvPr>
          <p:cNvSpPr txBox="1"/>
          <p:nvPr/>
        </p:nvSpPr>
        <p:spPr>
          <a:xfrm>
            <a:off x="5381401" y="3059757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3142E-0E7D-52B5-1476-E38F3AAF7B93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2042068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00F8A-9F9E-445B-027D-452838490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4" t="22218" r="5832" b="18666"/>
          <a:stretch>
            <a:fillRect/>
          </a:stretch>
        </p:blipFill>
        <p:spPr>
          <a:xfrm>
            <a:off x="1468437" y="2171782"/>
            <a:ext cx="7234403" cy="13925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D61CEF-35D1-307E-ACD7-DCEF89572CA7}"/>
              </a:ext>
            </a:extLst>
          </p:cNvPr>
          <p:cNvSpPr txBox="1"/>
          <p:nvPr/>
        </p:nvSpPr>
        <p:spPr>
          <a:xfrm>
            <a:off x="953418" y="1475581"/>
            <a:ext cx="2709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กำหนดค่า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input 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เพื่อให้เข้า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condition 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F9A612-F8CA-971C-D113-FDEFAA62A837}"/>
              </a:ext>
            </a:extLst>
          </p:cNvPr>
          <p:cNvSpPr/>
          <p:nvPr/>
        </p:nvSpPr>
        <p:spPr>
          <a:xfrm>
            <a:off x="7287858" y="4001359"/>
            <a:ext cx="1181976" cy="118197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3F517D4-BF53-532B-BD08-42C78DD15A38}"/>
              </a:ext>
            </a:extLst>
          </p:cNvPr>
          <p:cNvSpPr/>
          <p:nvPr/>
        </p:nvSpPr>
        <p:spPr>
          <a:xfrm>
            <a:off x="4265786" y="4139877"/>
            <a:ext cx="1169410" cy="1008112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AE6D54-6CDB-7510-1F8A-D764B064D683}"/>
              </a:ext>
            </a:extLst>
          </p:cNvPr>
          <p:cNvSpPr/>
          <p:nvPr/>
        </p:nvSpPr>
        <p:spPr>
          <a:xfrm>
            <a:off x="1405012" y="4124944"/>
            <a:ext cx="1008112" cy="10081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9EC7F0-B62C-DC5E-9016-F8B615D92F5A}"/>
              </a:ext>
            </a:extLst>
          </p:cNvPr>
          <p:cNvSpPr txBox="1"/>
          <p:nvPr/>
        </p:nvSpPr>
        <p:spPr>
          <a:xfrm>
            <a:off x="3072397" y="445926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38D436-3335-468A-00B8-B94C1578CBEA}"/>
              </a:ext>
            </a:extLst>
          </p:cNvPr>
          <p:cNvSpPr txBox="1"/>
          <p:nvPr/>
        </p:nvSpPr>
        <p:spPr>
          <a:xfrm>
            <a:off x="6084944" y="4460564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02FD5-3418-7EC3-F234-F2E609E89029}"/>
              </a:ext>
            </a:extLst>
          </p:cNvPr>
          <p:cNvSpPr txBox="1"/>
          <p:nvPr/>
        </p:nvSpPr>
        <p:spPr>
          <a:xfrm>
            <a:off x="1169442" y="5796061"/>
            <a:ext cx="55210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🟥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en_BLE_REQCMD_PW_CHANGE_REQ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==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ent_ReqCmdType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🔺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sts_ble_SlotMgr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[u1t_slotIdx].u1_conId == sts_ble_ReqMgr.u1_conId)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mcBO_TRUE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==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sts_ble_SlotMgr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[u1t_slotIdx].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bo_ope_auth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A6B0BF3-B5A3-1F9F-CECE-5355F4B96C20}"/>
              </a:ext>
            </a:extLst>
          </p:cNvPr>
          <p:cNvSpPr/>
          <p:nvPr/>
        </p:nvSpPr>
        <p:spPr>
          <a:xfrm>
            <a:off x="1313458" y="6119982"/>
            <a:ext cx="209834" cy="180891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CC83144-CB7C-3550-55A2-11E04C3C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536" y="5953210"/>
            <a:ext cx="2638425" cy="6953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EEF5240-9D20-381B-54C2-26EF93AC1081}"/>
              </a:ext>
            </a:extLst>
          </p:cNvPr>
          <p:cNvSpPr txBox="1"/>
          <p:nvPr/>
        </p:nvSpPr>
        <p:spPr>
          <a:xfrm>
            <a:off x="7218114" y="560302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7B368-1B50-DCFD-14B0-60932A4E9705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2860784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76002E-8D17-A48C-1A3A-22EC7BB37C38}"/>
              </a:ext>
            </a:extLst>
          </p:cNvPr>
          <p:cNvSpPr txBox="1"/>
          <p:nvPr/>
        </p:nvSpPr>
        <p:spPr>
          <a:xfrm>
            <a:off x="593378" y="1187549"/>
            <a:ext cx="748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Condition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🟥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en_BLE_REQCMD_PW_CHANGE_REQ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==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ent_ReqCmdType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BFEEEA-94C2-3F90-C3E2-2F51B426E71F}"/>
              </a:ext>
            </a:extLst>
          </p:cNvPr>
          <p:cNvSpPr/>
          <p:nvPr/>
        </p:nvSpPr>
        <p:spPr>
          <a:xfrm>
            <a:off x="6673899" y="1807611"/>
            <a:ext cx="642574" cy="642574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03762CD-F635-BF07-C4DB-09BD876D3C12}"/>
              </a:ext>
            </a:extLst>
          </p:cNvPr>
          <p:cNvSpPr/>
          <p:nvPr/>
        </p:nvSpPr>
        <p:spPr>
          <a:xfrm>
            <a:off x="4079012" y="1902131"/>
            <a:ext cx="635743" cy="548054"/>
          </a:xfrm>
          <a:prstGeom prst="triangl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87B2E-91E5-C99A-CF82-D476ADC8405E}"/>
              </a:ext>
            </a:extLst>
          </p:cNvPr>
          <p:cNvSpPr/>
          <p:nvPr/>
        </p:nvSpPr>
        <p:spPr>
          <a:xfrm>
            <a:off x="1571814" y="1902131"/>
            <a:ext cx="548054" cy="54805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5F55F-2EC7-451E-07BF-71CCD054B31F}"/>
              </a:ext>
            </a:extLst>
          </p:cNvPr>
          <p:cNvSpPr txBox="1"/>
          <p:nvPr/>
        </p:nvSpPr>
        <p:spPr>
          <a:xfrm>
            <a:off x="2667066" y="1991492"/>
            <a:ext cx="635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7F710-920F-4BB5-2C96-6B9CF7ECC869}"/>
              </a:ext>
            </a:extLst>
          </p:cNvPr>
          <p:cNvSpPr txBox="1"/>
          <p:nvPr/>
        </p:nvSpPr>
        <p:spPr>
          <a:xfrm>
            <a:off x="5490958" y="1991492"/>
            <a:ext cx="6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05022A-F079-8CA7-0B0D-30C9003F89F0}"/>
              </a:ext>
            </a:extLst>
          </p:cNvPr>
          <p:cNvGrpSpPr/>
          <p:nvPr/>
        </p:nvGrpSpPr>
        <p:grpSpPr>
          <a:xfrm>
            <a:off x="681080" y="3275781"/>
            <a:ext cx="5521063" cy="1200329"/>
            <a:chOff x="1169442" y="5796061"/>
            <a:chExt cx="5521063" cy="12003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6D17CF-2C35-DAB9-C88E-39C7949BAFE7}"/>
                </a:ext>
              </a:extLst>
            </p:cNvPr>
            <p:cNvSpPr txBox="1"/>
            <p:nvPr/>
          </p:nvSpPr>
          <p:spPr>
            <a:xfrm>
              <a:off x="1169442" y="5796061"/>
              <a:ext cx="552106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🔺 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= (</a:t>
              </a:r>
              <a:r>
                <a:rPr lang="en-US" dirty="0" err="1">
                  <a:latin typeface="TH SarabunPSK" panose="020B0500040200020003" pitchFamily="34" charset="-34"/>
                  <a:cs typeface="TH SarabunPSK" panose="020B0500040200020003" pitchFamily="34" charset="-34"/>
                </a:rPr>
                <a:t>sts_ble_SlotMgr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[u1t_slotIdx].u1_conId == sts_ble_ReqMgr.u1_conId)</a:t>
              </a:r>
            </a:p>
            <a:p>
              <a:r>
                <a:rPr lang="th-TH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🟢 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= (</a:t>
              </a:r>
              <a:r>
                <a:rPr lang="en-US" dirty="0" err="1">
                  <a:latin typeface="TH SarabunPSK" panose="020B0500040200020003" pitchFamily="34" charset="-34"/>
                  <a:cs typeface="TH SarabunPSK" panose="020B0500040200020003" pitchFamily="34" charset="-34"/>
                </a:rPr>
                <a:t>mcBO_TRUE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== </a:t>
              </a:r>
              <a:r>
                <a:rPr lang="en-US" dirty="0" err="1">
                  <a:latin typeface="TH SarabunPSK" panose="020B0500040200020003" pitchFamily="34" charset="-34"/>
                  <a:cs typeface="TH SarabunPSK" panose="020B0500040200020003" pitchFamily="34" charset="-34"/>
                </a:rPr>
                <a:t>sts_ble_SlotMgr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[u1t_slotIdx].</a:t>
              </a:r>
              <a:r>
                <a:rPr lang="en-US" dirty="0" err="1">
                  <a:latin typeface="TH SarabunPSK" panose="020B0500040200020003" pitchFamily="34" charset="-34"/>
                  <a:cs typeface="TH SarabunPSK" panose="020B0500040200020003" pitchFamily="34" charset="-34"/>
                </a:rPr>
                <a:t>bo_ope_auth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)</a:t>
              </a:r>
              <a:endParaRPr lang="th-TH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endParaRPr lang="th-TH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r>
                <a:rPr lang="th-TH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ทำให้สองเงื่อนไขนี้เป็นจริง</a:t>
              </a:r>
              <a:endParaRPr lang="en-US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F4514BCB-85AB-C482-E61B-D0BBA29BCEFE}"/>
                </a:ext>
              </a:extLst>
            </p:cNvPr>
            <p:cNvSpPr/>
            <p:nvPr/>
          </p:nvSpPr>
          <p:spPr>
            <a:xfrm>
              <a:off x="1313458" y="5868069"/>
              <a:ext cx="209834" cy="180891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95CF619-DF22-EDEF-9193-44DBB19CB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58" y="5264573"/>
            <a:ext cx="7938994" cy="96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9CFCFAC-79AA-BEB2-1F35-286751FA12B1}"/>
              </a:ext>
            </a:extLst>
          </p:cNvPr>
          <p:cNvSpPr/>
          <p:nvPr/>
        </p:nvSpPr>
        <p:spPr>
          <a:xfrm>
            <a:off x="5386041" y="4918217"/>
            <a:ext cx="209834" cy="180891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6B51F5-4D50-FD5D-B20A-BA237DD83A45}"/>
              </a:ext>
            </a:extLst>
          </p:cNvPr>
          <p:cNvSpPr txBox="1"/>
          <p:nvPr/>
        </p:nvSpPr>
        <p:spPr>
          <a:xfrm>
            <a:off x="3015392" y="4819009"/>
            <a:ext cx="439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🟥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8F3499-0F86-4C12-13A3-C61059DB1CFD}"/>
              </a:ext>
            </a:extLst>
          </p:cNvPr>
          <p:cNvSpPr txBox="1"/>
          <p:nvPr/>
        </p:nvSpPr>
        <p:spPr>
          <a:xfrm>
            <a:off x="7407308" y="4819009"/>
            <a:ext cx="440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🟢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EA120-4B49-F3B4-01C6-C5CB46257FA5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2578039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0029-B5D1-4849-D4E8-51A3FEA4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A8608-39FB-4B32-9AF1-5CB9C74B55CC}"/>
              </a:ext>
            </a:extLst>
          </p:cNvPr>
          <p:cNvSpPr txBox="1"/>
          <p:nvPr/>
        </p:nvSpPr>
        <p:spPr>
          <a:xfrm>
            <a:off x="593378" y="1187549"/>
            <a:ext cx="748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Condition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🔺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sts_ble_SlotMgr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[u1t_slotIdx].u1_conId == sts_ble_ReqMgr.u1_conId)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027C47-C445-AAA1-0AA2-073508BEC8CF}"/>
              </a:ext>
            </a:extLst>
          </p:cNvPr>
          <p:cNvSpPr/>
          <p:nvPr/>
        </p:nvSpPr>
        <p:spPr>
          <a:xfrm>
            <a:off x="6673899" y="1807611"/>
            <a:ext cx="642574" cy="642574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41D9215-F888-E4DF-8E3E-49CC091C248B}"/>
              </a:ext>
            </a:extLst>
          </p:cNvPr>
          <p:cNvSpPr/>
          <p:nvPr/>
        </p:nvSpPr>
        <p:spPr>
          <a:xfrm>
            <a:off x="4079012" y="1902131"/>
            <a:ext cx="635743" cy="548054"/>
          </a:xfrm>
          <a:prstGeom prst="triangle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722EC4-7DC4-2CDD-4962-4EC44023FFD0}"/>
              </a:ext>
            </a:extLst>
          </p:cNvPr>
          <p:cNvSpPr/>
          <p:nvPr/>
        </p:nvSpPr>
        <p:spPr>
          <a:xfrm>
            <a:off x="1571814" y="1902131"/>
            <a:ext cx="548054" cy="5480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B064F-839F-7438-5B0B-1B02A6D18D5C}"/>
              </a:ext>
            </a:extLst>
          </p:cNvPr>
          <p:cNvSpPr txBox="1"/>
          <p:nvPr/>
        </p:nvSpPr>
        <p:spPr>
          <a:xfrm>
            <a:off x="2667066" y="1991492"/>
            <a:ext cx="635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183C6-9168-2FD4-0809-B743118FDE0B}"/>
              </a:ext>
            </a:extLst>
          </p:cNvPr>
          <p:cNvSpPr txBox="1"/>
          <p:nvPr/>
        </p:nvSpPr>
        <p:spPr>
          <a:xfrm>
            <a:off x="5490958" y="1991492"/>
            <a:ext cx="6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579597-459B-0080-DEE1-D9727515FCFF}"/>
              </a:ext>
            </a:extLst>
          </p:cNvPr>
          <p:cNvSpPr txBox="1"/>
          <p:nvPr/>
        </p:nvSpPr>
        <p:spPr>
          <a:xfrm>
            <a:off x="681080" y="3275781"/>
            <a:ext cx="49087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🟥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en_BLE_REQCMD_PW_CHANGE_REQ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==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ent_ReqCmdType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mcBO_TRUE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==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sts_ble_SlotMgr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[u1t_slotIdx].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bo_ope_auth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ทำให้สองเงื่อนไขนี้เป็นจริง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D915E4EB-CBD5-1721-137C-0CEB94EDF2F3}"/>
              </a:ext>
            </a:extLst>
          </p:cNvPr>
          <p:cNvSpPr/>
          <p:nvPr/>
        </p:nvSpPr>
        <p:spPr>
          <a:xfrm>
            <a:off x="1466897" y="1263761"/>
            <a:ext cx="209834" cy="180891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75B961-E92D-63CE-A508-6B8253AA2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811" y="5570745"/>
            <a:ext cx="7470216" cy="90983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23CC7CC-1B1D-49A3-11F6-737BE7E6127F}"/>
              </a:ext>
            </a:extLst>
          </p:cNvPr>
          <p:cNvSpPr/>
          <p:nvPr/>
        </p:nvSpPr>
        <p:spPr>
          <a:xfrm>
            <a:off x="5484879" y="5211260"/>
            <a:ext cx="209834" cy="180891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C6595C-0216-001B-A0FE-DB33E7A99B0D}"/>
              </a:ext>
            </a:extLst>
          </p:cNvPr>
          <p:cNvSpPr txBox="1"/>
          <p:nvPr/>
        </p:nvSpPr>
        <p:spPr>
          <a:xfrm>
            <a:off x="3114230" y="5112052"/>
            <a:ext cx="439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🟥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9D48F3-79D6-CAC7-ED10-01D8A940D13E}"/>
              </a:ext>
            </a:extLst>
          </p:cNvPr>
          <p:cNvSpPr txBox="1"/>
          <p:nvPr/>
        </p:nvSpPr>
        <p:spPr>
          <a:xfrm>
            <a:off x="7506146" y="5112052"/>
            <a:ext cx="440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🟢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73603F-76CF-80A5-9F89-6F810A64DDF4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4251011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3D7FD-72F7-8C00-BEA5-A6087DA1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C64C06-F46E-7AA9-70C7-373184210BBE}"/>
              </a:ext>
            </a:extLst>
          </p:cNvPr>
          <p:cNvSpPr txBox="1"/>
          <p:nvPr/>
        </p:nvSpPr>
        <p:spPr>
          <a:xfrm>
            <a:off x="593378" y="1187549"/>
            <a:ext cx="7488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Condition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🟢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 (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mcBO_TRUE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== 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sts_ble_SlotMgr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[u1t_slotIdx].</a:t>
            </a:r>
            <a:r>
              <a:rPr lang="en-US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bo_ope_auth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  <a:endParaRPr lang="th-TH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78B9A0-C9DD-44A7-5036-0FF6BA84583F}"/>
              </a:ext>
            </a:extLst>
          </p:cNvPr>
          <p:cNvSpPr/>
          <p:nvPr/>
        </p:nvSpPr>
        <p:spPr>
          <a:xfrm>
            <a:off x="6673899" y="1807611"/>
            <a:ext cx="642574" cy="642574"/>
          </a:xfrm>
          <a:prstGeom prst="ellipse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7A46834-A027-F25D-9E33-0ECFDE7B41E4}"/>
              </a:ext>
            </a:extLst>
          </p:cNvPr>
          <p:cNvSpPr/>
          <p:nvPr/>
        </p:nvSpPr>
        <p:spPr>
          <a:xfrm>
            <a:off x="4079012" y="1902131"/>
            <a:ext cx="635743" cy="548054"/>
          </a:xfrm>
          <a:prstGeom prst="triangl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9670BE-56DD-622E-3041-BFAE33459294}"/>
              </a:ext>
            </a:extLst>
          </p:cNvPr>
          <p:cNvSpPr/>
          <p:nvPr/>
        </p:nvSpPr>
        <p:spPr>
          <a:xfrm>
            <a:off x="1571814" y="1902131"/>
            <a:ext cx="548054" cy="54805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BD9A1-EA47-AA67-F759-11021276997B}"/>
              </a:ext>
            </a:extLst>
          </p:cNvPr>
          <p:cNvSpPr txBox="1"/>
          <p:nvPr/>
        </p:nvSpPr>
        <p:spPr>
          <a:xfrm>
            <a:off x="2667066" y="1991492"/>
            <a:ext cx="635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B379A2-1F68-1C05-1E76-6CB030719361}"/>
              </a:ext>
            </a:extLst>
          </p:cNvPr>
          <p:cNvSpPr txBox="1"/>
          <p:nvPr/>
        </p:nvSpPr>
        <p:spPr>
          <a:xfrm>
            <a:off x="5490958" y="1991492"/>
            <a:ext cx="6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&amp;&amp;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503AF3-ECFA-3F02-A086-CB0ECEF71C41}"/>
              </a:ext>
            </a:extLst>
          </p:cNvPr>
          <p:cNvGrpSpPr/>
          <p:nvPr/>
        </p:nvGrpSpPr>
        <p:grpSpPr>
          <a:xfrm>
            <a:off x="681080" y="3275781"/>
            <a:ext cx="5521063" cy="1200329"/>
            <a:chOff x="1169442" y="5796061"/>
            <a:chExt cx="5521063" cy="12003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770A60-AF7F-B0E7-0F03-0177DAD6C52F}"/>
                </a:ext>
              </a:extLst>
            </p:cNvPr>
            <p:cNvSpPr txBox="1"/>
            <p:nvPr/>
          </p:nvSpPr>
          <p:spPr>
            <a:xfrm>
              <a:off x="1169442" y="5796061"/>
              <a:ext cx="552106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🟥 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= (</a:t>
              </a:r>
              <a:r>
                <a:rPr lang="en-US" dirty="0" err="1">
                  <a:latin typeface="TH SarabunPSK" panose="020B0500040200020003" pitchFamily="34" charset="-34"/>
                  <a:cs typeface="TH SarabunPSK" panose="020B0500040200020003" pitchFamily="34" charset="-34"/>
                </a:rPr>
                <a:t>en_BLE_REQCMD_PW_CHANGE_REQ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== </a:t>
              </a:r>
              <a:r>
                <a:rPr lang="en-US" dirty="0" err="1">
                  <a:latin typeface="TH SarabunPSK" panose="020B0500040200020003" pitchFamily="34" charset="-34"/>
                  <a:cs typeface="TH SarabunPSK" panose="020B0500040200020003" pitchFamily="34" charset="-34"/>
                </a:rPr>
                <a:t>ent_ReqCmdType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)</a:t>
              </a:r>
            </a:p>
            <a:p>
              <a:r>
                <a:rPr lang="th-TH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🔺 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 = (</a:t>
              </a:r>
              <a:r>
                <a:rPr lang="en-US" dirty="0" err="1">
                  <a:latin typeface="TH SarabunPSK" panose="020B0500040200020003" pitchFamily="34" charset="-34"/>
                  <a:cs typeface="TH SarabunPSK" panose="020B0500040200020003" pitchFamily="34" charset="-34"/>
                </a:rPr>
                <a:t>sts_ble_SlotMgr</a:t>
              </a:r>
              <a:r>
                <a:rPr lang="en-US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[u1t_slotIdx].u1_conId == sts_ble_ReqMgr.u1_conId)</a:t>
              </a:r>
            </a:p>
            <a:p>
              <a:endParaRPr lang="th-TH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  <a:p>
              <a:r>
                <a:rPr lang="th-TH" dirty="0">
                  <a:latin typeface="TH SarabunPSK" panose="020B0500040200020003" pitchFamily="34" charset="-34"/>
                  <a:cs typeface="TH SarabunPSK" panose="020B0500040200020003" pitchFamily="34" charset="-34"/>
                </a:rPr>
                <a:t>ทำให้สองเงื่อนไขนี้เป็นจริง</a:t>
              </a:r>
              <a:endParaRPr lang="en-US" dirty="0">
                <a:latin typeface="TH SarabunPSK" panose="020B0500040200020003" pitchFamily="34" charset="-34"/>
                <a:cs typeface="TH SarabunPSK" panose="020B0500040200020003" pitchFamily="34" charset="-34"/>
              </a:endParaRPr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16CE42B4-00F1-D3B3-8435-3680E4A6A071}"/>
                </a:ext>
              </a:extLst>
            </p:cNvPr>
            <p:cNvSpPr/>
            <p:nvPr/>
          </p:nvSpPr>
          <p:spPr>
            <a:xfrm>
              <a:off x="1313458" y="6144402"/>
              <a:ext cx="209834" cy="180891"/>
            </a:xfrm>
            <a:prstGeom prst="triangl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356FD44-567C-353E-7987-82730E05E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59" y="5512208"/>
            <a:ext cx="8409242" cy="6828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530B43E-C1B2-BD02-F25F-15E26092F6EC}"/>
              </a:ext>
            </a:extLst>
          </p:cNvPr>
          <p:cNvSpPr/>
          <p:nvPr/>
        </p:nvSpPr>
        <p:spPr>
          <a:xfrm>
            <a:off x="5777954" y="5211260"/>
            <a:ext cx="209834" cy="180891"/>
          </a:xfrm>
          <a:prstGeom prst="triangl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FB13D-86B4-4641-7945-E2CDC09F4398}"/>
              </a:ext>
            </a:extLst>
          </p:cNvPr>
          <p:cNvSpPr txBox="1"/>
          <p:nvPr/>
        </p:nvSpPr>
        <p:spPr>
          <a:xfrm>
            <a:off x="3221854" y="5112052"/>
            <a:ext cx="439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🟥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72F334-DE59-F482-056E-842063A58FE7}"/>
              </a:ext>
            </a:extLst>
          </p:cNvPr>
          <p:cNvSpPr txBox="1"/>
          <p:nvPr/>
        </p:nvSpPr>
        <p:spPr>
          <a:xfrm>
            <a:off x="8104374" y="5112052"/>
            <a:ext cx="440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🟢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46CC982-AD60-3349-FBC0-4A612CA2AB94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E057E76-D46B-1CCC-0D6D-935EB3745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285" y="5868069"/>
            <a:ext cx="335491" cy="2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69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BBD63C-9A20-9676-4443-81B941533F73}"/>
              </a:ext>
            </a:extLst>
          </p:cNvPr>
          <p:cNvSpPr txBox="1"/>
          <p:nvPr/>
        </p:nvSpPr>
        <p:spPr>
          <a:xfrm>
            <a:off x="721867" y="1331565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stub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23CD64-45D5-6BB9-DAE3-57FABB461E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6" t="20732" r="4876" b="20732"/>
          <a:stretch>
            <a:fillRect/>
          </a:stretch>
        </p:blipFill>
        <p:spPr>
          <a:xfrm>
            <a:off x="721867" y="1700897"/>
            <a:ext cx="7632848" cy="12531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9D379D-BA8D-2E61-05CF-F529391DEF26}"/>
              </a:ext>
            </a:extLst>
          </p:cNvPr>
          <p:cNvSpPr txBox="1"/>
          <p:nvPr/>
        </p:nvSpPr>
        <p:spPr>
          <a:xfrm>
            <a:off x="721867" y="3130252"/>
            <a:ext cx="7720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มีการ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return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ค่าจากฟังก์ชั่งมาเก็บไว้ในตัวแปร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u1t_Result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ใช้ตัวแปร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return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stub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ด้วย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สำหรับกำหนดค่าให้กับตัวแปร 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8D52F0-6328-3636-8DC8-E938DA76AF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23" t="15237" r="6223" b="15238"/>
          <a:stretch>
            <a:fillRect/>
          </a:stretch>
        </p:blipFill>
        <p:spPr>
          <a:xfrm>
            <a:off x="721867" y="3579122"/>
            <a:ext cx="5332842" cy="16408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8D4E9C-04B0-F334-3BA7-BE4ECA059BF4}"/>
              </a:ext>
            </a:extLst>
          </p:cNvPr>
          <p:cNvSpPr/>
          <p:nvPr/>
        </p:nvSpPr>
        <p:spPr>
          <a:xfrm>
            <a:off x="1297931" y="4715941"/>
            <a:ext cx="345638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C46A6-3253-134D-B27A-F55AF715AF52}"/>
              </a:ext>
            </a:extLst>
          </p:cNvPr>
          <p:cNvSpPr/>
          <p:nvPr/>
        </p:nvSpPr>
        <p:spPr>
          <a:xfrm>
            <a:off x="1153915" y="2577189"/>
            <a:ext cx="490079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7A64FD-933C-5B37-6C96-F87DBAA94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75" y="5845068"/>
            <a:ext cx="4326626" cy="64489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50EF9E-01F0-92AD-2DB7-A84B11412536}"/>
              </a:ext>
            </a:extLst>
          </p:cNvPr>
          <p:cNvSpPr txBox="1"/>
          <p:nvPr/>
        </p:nvSpPr>
        <p:spPr>
          <a:xfrm>
            <a:off x="721867" y="5557036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9388B8-1AE4-6EBC-CC00-7EDAD038EDF5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801050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2C4A53-4EA7-AB27-9F53-4F18B325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3" t="10432" r="4203" b="10434"/>
          <a:stretch>
            <a:fillRect/>
          </a:stretch>
        </p:blipFill>
        <p:spPr>
          <a:xfrm>
            <a:off x="809402" y="1475581"/>
            <a:ext cx="7560840" cy="24461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3BB8A6-9F2F-8FB0-55C0-58612B8F764B}"/>
              </a:ext>
            </a:extLst>
          </p:cNvPr>
          <p:cNvSpPr/>
          <p:nvPr/>
        </p:nvSpPr>
        <p:spPr>
          <a:xfrm>
            <a:off x="1406431" y="1876986"/>
            <a:ext cx="1656184" cy="2880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E9B3A7-4B0E-FA10-4F0D-9272EDC9016D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1406431" y="2021002"/>
            <a:ext cx="0" cy="219088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516D0B-12CD-818E-7ABF-7CBFC9D66C8B}"/>
              </a:ext>
            </a:extLst>
          </p:cNvPr>
          <p:cNvSpPr txBox="1"/>
          <p:nvPr/>
        </p:nvSpPr>
        <p:spPr>
          <a:xfrm>
            <a:off x="1025426" y="4345925"/>
            <a:ext cx="5904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 ==  return_AMSTB_u1s_ble_KeyMgr_authPassword)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4D66C6-6856-9FDD-7183-E24F39A50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050" y="5868069"/>
            <a:ext cx="3960441" cy="5903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8E539E-E75A-D8CF-492A-E5F97EC0992C}"/>
              </a:ext>
            </a:extLst>
          </p:cNvPr>
          <p:cNvSpPr txBox="1"/>
          <p:nvPr/>
        </p:nvSpPr>
        <p:spPr>
          <a:xfrm>
            <a:off x="6611644" y="555588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DDF5D0-D49E-6B5E-EF79-6EF6E2326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70" y="5054630"/>
            <a:ext cx="5334000" cy="174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D5B3702-C250-76B5-7703-32F66BCEAADE}"/>
              </a:ext>
            </a:extLst>
          </p:cNvPr>
          <p:cNvSpPr/>
          <p:nvPr/>
        </p:nvSpPr>
        <p:spPr>
          <a:xfrm>
            <a:off x="4985866" y="6438690"/>
            <a:ext cx="869504" cy="357110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46430C-763C-A1C6-5AD1-EA3B946AAECD}"/>
              </a:ext>
            </a:extLst>
          </p:cNvPr>
          <p:cNvCxnSpPr>
            <a:cxnSpLocks/>
          </p:cNvCxnSpPr>
          <p:nvPr/>
        </p:nvCxnSpPr>
        <p:spPr>
          <a:xfrm flipV="1">
            <a:off x="6065986" y="4877912"/>
            <a:ext cx="0" cy="173933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AF2074-E387-8202-C438-3CD9DC208AC3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5855370" y="6617245"/>
            <a:ext cx="21061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3A88C53-3A48-9C19-B6B0-702E097CC293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464090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13F2D4ED-8A87-1777-3EC7-B86FA6C75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6" t="12379" r="4203" b="14518"/>
          <a:stretch>
            <a:fillRect/>
          </a:stretch>
        </p:blipFill>
        <p:spPr>
          <a:xfrm>
            <a:off x="1025426" y="1403573"/>
            <a:ext cx="6912767" cy="20044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7B35F0-432E-3EB9-B7A5-820B62685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62" y="5214111"/>
            <a:ext cx="4671815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33EA60-06F9-CC3E-2259-6B840A18FF1E}"/>
              </a:ext>
            </a:extLst>
          </p:cNvPr>
          <p:cNvCxnSpPr>
            <a:cxnSpLocks/>
          </p:cNvCxnSpPr>
          <p:nvPr/>
        </p:nvCxnSpPr>
        <p:spPr>
          <a:xfrm>
            <a:off x="1241450" y="2511087"/>
            <a:ext cx="0" cy="11603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E33D37-CC5B-8134-CD12-42EBA740F86D}"/>
              </a:ext>
            </a:extLst>
          </p:cNvPr>
          <p:cNvSpPr txBox="1"/>
          <p:nvPr/>
        </p:nvSpPr>
        <p:spPr>
          <a:xfrm>
            <a:off x="678418" y="3671447"/>
            <a:ext cx="1014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If (1 == (6)return_AMSTB_u1s_ble_KeyMgr_getKeyUpdate) &amp;&amp; (1 ==  (4)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sts_ble_SlotMgr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[0].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bo_ope_auth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D5A2E5-ACEA-7EF4-0B91-6B24D274A982}"/>
              </a:ext>
            </a:extLst>
          </p:cNvPr>
          <p:cNvSpPr/>
          <p:nvPr/>
        </p:nvSpPr>
        <p:spPr>
          <a:xfrm>
            <a:off x="1241450" y="2144308"/>
            <a:ext cx="4166268" cy="36677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6D37B-D43E-7D4C-C971-25AD39A5E013}"/>
              </a:ext>
            </a:extLst>
          </p:cNvPr>
          <p:cNvSpPr/>
          <p:nvPr/>
        </p:nvSpPr>
        <p:spPr>
          <a:xfrm>
            <a:off x="1227359" y="1766285"/>
            <a:ext cx="4064745" cy="312754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6C50FC-F67F-1D0A-C3BC-33F4198B6B7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292104" y="1922662"/>
            <a:ext cx="2631106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55415EC-40CF-8E3F-3C8A-B681689195AA}"/>
              </a:ext>
            </a:extLst>
          </p:cNvPr>
          <p:cNvSpPr txBox="1"/>
          <p:nvPr/>
        </p:nvSpPr>
        <p:spPr>
          <a:xfrm>
            <a:off x="7938193" y="1760910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 :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D88DF3-974E-4FFA-BADB-0B1E8D204244}"/>
              </a:ext>
            </a:extLst>
          </p:cNvPr>
          <p:cNvSpPr/>
          <p:nvPr/>
        </p:nvSpPr>
        <p:spPr>
          <a:xfrm>
            <a:off x="1601490" y="5453177"/>
            <a:ext cx="3519687" cy="43204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97B07E0-9DB4-7A11-440B-56402A57C8E2}"/>
              </a:ext>
            </a:extLst>
          </p:cNvPr>
          <p:cNvSpPr/>
          <p:nvPr/>
        </p:nvSpPr>
        <p:spPr>
          <a:xfrm>
            <a:off x="1601490" y="5921229"/>
            <a:ext cx="3519687" cy="432048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ABA845-2ED7-1993-E2D5-6804F0114426}"/>
              </a:ext>
            </a:extLst>
          </p:cNvPr>
          <p:cNvCxnSpPr>
            <a:cxnSpLocks/>
          </p:cNvCxnSpPr>
          <p:nvPr/>
        </p:nvCxnSpPr>
        <p:spPr>
          <a:xfrm>
            <a:off x="5099567" y="5646159"/>
            <a:ext cx="31834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E36CA3-7831-C0E7-A3CD-73C233ADC0BA}"/>
              </a:ext>
            </a:extLst>
          </p:cNvPr>
          <p:cNvCxnSpPr>
            <a:cxnSpLocks/>
          </p:cNvCxnSpPr>
          <p:nvPr/>
        </p:nvCxnSpPr>
        <p:spPr>
          <a:xfrm flipH="1">
            <a:off x="5406057" y="4092561"/>
            <a:ext cx="1661" cy="157664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2D35C54-7651-3BD9-E901-BB93D539C038}"/>
              </a:ext>
            </a:extLst>
          </p:cNvPr>
          <p:cNvCxnSpPr>
            <a:cxnSpLocks/>
          </p:cNvCxnSpPr>
          <p:nvPr/>
        </p:nvCxnSpPr>
        <p:spPr>
          <a:xfrm flipH="1">
            <a:off x="1025426" y="4092561"/>
            <a:ext cx="504056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7B9F15A-E1EB-E73C-8150-6BC33ABA753E}"/>
              </a:ext>
            </a:extLst>
          </p:cNvPr>
          <p:cNvCxnSpPr>
            <a:cxnSpLocks/>
          </p:cNvCxnSpPr>
          <p:nvPr/>
        </p:nvCxnSpPr>
        <p:spPr>
          <a:xfrm>
            <a:off x="5099567" y="6150215"/>
            <a:ext cx="1398467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FCE37E1-51C2-E359-4086-017B2F16F7FD}"/>
              </a:ext>
            </a:extLst>
          </p:cNvPr>
          <p:cNvCxnSpPr>
            <a:cxnSpLocks/>
          </p:cNvCxnSpPr>
          <p:nvPr/>
        </p:nvCxnSpPr>
        <p:spPr>
          <a:xfrm>
            <a:off x="6498034" y="4061983"/>
            <a:ext cx="0" cy="208823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40C94B1-3C7D-D28F-E0F9-BC8323AEED21}"/>
              </a:ext>
            </a:extLst>
          </p:cNvPr>
          <p:cNvCxnSpPr>
            <a:cxnSpLocks/>
          </p:cNvCxnSpPr>
          <p:nvPr/>
        </p:nvCxnSpPr>
        <p:spPr>
          <a:xfrm>
            <a:off x="6498034" y="4061983"/>
            <a:ext cx="374441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37DB544-36FD-F679-6D8B-B9953F8BA2E6}"/>
              </a:ext>
            </a:extLst>
          </p:cNvPr>
          <p:cNvSpPr txBox="1"/>
          <p:nvPr/>
        </p:nvSpPr>
        <p:spPr>
          <a:xfrm>
            <a:off x="6558448" y="5420843"/>
            <a:ext cx="869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1331987-2669-50A9-30D3-1E01A387C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657" y="5751851"/>
            <a:ext cx="3514725" cy="5238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E6F324-8D06-57A0-5365-813E170C3ACD}"/>
              </a:ext>
            </a:extLst>
          </p:cNvPr>
          <p:cNvSpPr txBox="1"/>
          <p:nvPr/>
        </p:nvSpPr>
        <p:spPr>
          <a:xfrm>
            <a:off x="7938193" y="2005324"/>
            <a:ext cx="2448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return_AMSTB_u1s_ble_KeyMgr_getKeyUpdate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3E749-861C-8996-7508-D351F8CD8049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103936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47E6A8-CB59-A699-4355-30CCF2161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3" t="11728" r="4876" b="11726"/>
          <a:stretch>
            <a:fillRect/>
          </a:stretch>
        </p:blipFill>
        <p:spPr>
          <a:xfrm>
            <a:off x="737395" y="1403573"/>
            <a:ext cx="6912768" cy="22530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9FC2F0-3A0C-EA58-E316-DEC2BEAB6D62}"/>
              </a:ext>
            </a:extLst>
          </p:cNvPr>
          <p:cNvSpPr/>
          <p:nvPr/>
        </p:nvSpPr>
        <p:spPr>
          <a:xfrm>
            <a:off x="1107630" y="1763612"/>
            <a:ext cx="4526308" cy="36677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B4317-C465-623F-0CDC-F6FFAF658BCD}"/>
              </a:ext>
            </a:extLst>
          </p:cNvPr>
          <p:cNvSpPr/>
          <p:nvPr/>
        </p:nvSpPr>
        <p:spPr>
          <a:xfrm>
            <a:off x="1385467" y="3323066"/>
            <a:ext cx="1512167" cy="312754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EE348D0-D3E1-3EF0-9C07-C86D2FC3EB9B}"/>
              </a:ext>
            </a:extLst>
          </p:cNvPr>
          <p:cNvCxnSpPr>
            <a:cxnSpLocks/>
          </p:cNvCxnSpPr>
          <p:nvPr/>
        </p:nvCxnSpPr>
        <p:spPr>
          <a:xfrm>
            <a:off x="1169442" y="2130391"/>
            <a:ext cx="0" cy="186547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9B23D6-B00D-1F80-093B-86C20B25B160}"/>
              </a:ext>
            </a:extLst>
          </p:cNvPr>
          <p:cNvSpPr txBox="1"/>
          <p:nvPr/>
        </p:nvSpPr>
        <p:spPr>
          <a:xfrm>
            <a:off x="449362" y="4122300"/>
            <a:ext cx="9526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If (2 == return_AMSTB_u1s_ble_KeyMgr_getKeyUpdate) &amp;&amp; (1 == 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sts_ble_SlotMgr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[0].</a:t>
            </a:r>
            <a:r>
              <a:rPr lang="en-US" sz="24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bo_ope_auth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05495B-784B-8E76-B666-AA083535016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897634" y="3479443"/>
            <a:ext cx="46830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50E5727-58B6-E5F1-E8B9-A0B51E261129}"/>
              </a:ext>
            </a:extLst>
          </p:cNvPr>
          <p:cNvSpPr txBox="1"/>
          <p:nvPr/>
        </p:nvSpPr>
        <p:spPr>
          <a:xfrm>
            <a:off x="7580672" y="3307033"/>
            <a:ext cx="3883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ens_ble_SlotMgr_authProc_doPwUpdateWait</a:t>
            </a:r>
            <a:r>
              <a:rPr lang="en-US" sz="16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@@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2C51F7-5338-2B16-EB02-E93B7111D0A1}"/>
              </a:ext>
            </a:extLst>
          </p:cNvPr>
          <p:cNvSpPr txBox="1"/>
          <p:nvPr/>
        </p:nvSpPr>
        <p:spPr>
          <a:xfrm>
            <a:off x="7600143" y="3059148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return output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7D090F-47C7-D4FD-E6DF-CE6C4BB10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78" y="5188536"/>
            <a:ext cx="4837434" cy="119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81B0D0F-7FE1-C02E-B599-B964AD5D6D2E}"/>
              </a:ext>
            </a:extLst>
          </p:cNvPr>
          <p:cNvSpPr/>
          <p:nvPr/>
        </p:nvSpPr>
        <p:spPr>
          <a:xfrm>
            <a:off x="1803473" y="5415424"/>
            <a:ext cx="3627339" cy="47813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1FCB7-C3F2-62A2-980B-B625C01DDAF6}"/>
              </a:ext>
            </a:extLst>
          </p:cNvPr>
          <p:cNvSpPr/>
          <p:nvPr/>
        </p:nvSpPr>
        <p:spPr>
          <a:xfrm>
            <a:off x="1803473" y="5927115"/>
            <a:ext cx="3627339" cy="432048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3DBAFE-DCD1-8268-5B06-DCCB52DC0D16}"/>
              </a:ext>
            </a:extLst>
          </p:cNvPr>
          <p:cNvCxnSpPr>
            <a:cxnSpLocks/>
          </p:cNvCxnSpPr>
          <p:nvPr/>
        </p:nvCxnSpPr>
        <p:spPr>
          <a:xfrm>
            <a:off x="5459607" y="5643488"/>
            <a:ext cx="31834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9BC2C8D-B2C5-3CAB-FACD-88DC7771A658}"/>
              </a:ext>
            </a:extLst>
          </p:cNvPr>
          <p:cNvCxnSpPr>
            <a:cxnSpLocks/>
          </p:cNvCxnSpPr>
          <p:nvPr/>
        </p:nvCxnSpPr>
        <p:spPr>
          <a:xfrm flipV="1">
            <a:off x="5772174" y="4499917"/>
            <a:ext cx="0" cy="114357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2FD90A-4BC8-1F29-DF73-E5757E737D29}"/>
              </a:ext>
            </a:extLst>
          </p:cNvPr>
          <p:cNvCxnSpPr>
            <a:cxnSpLocks/>
          </p:cNvCxnSpPr>
          <p:nvPr/>
        </p:nvCxnSpPr>
        <p:spPr>
          <a:xfrm flipH="1">
            <a:off x="737395" y="4499917"/>
            <a:ext cx="503477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7169DB-C0AE-5C14-1EA2-F1683714B444}"/>
              </a:ext>
            </a:extLst>
          </p:cNvPr>
          <p:cNvCxnSpPr>
            <a:cxnSpLocks/>
          </p:cNvCxnSpPr>
          <p:nvPr/>
        </p:nvCxnSpPr>
        <p:spPr>
          <a:xfrm>
            <a:off x="5459607" y="6156101"/>
            <a:ext cx="750395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DA3A43-CFB3-9A71-D0C9-BD975B010B80}"/>
              </a:ext>
            </a:extLst>
          </p:cNvPr>
          <p:cNvCxnSpPr>
            <a:cxnSpLocks/>
          </p:cNvCxnSpPr>
          <p:nvPr/>
        </p:nvCxnSpPr>
        <p:spPr>
          <a:xfrm>
            <a:off x="6210002" y="4499917"/>
            <a:ext cx="0" cy="165618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7F66EC8-49AE-8DF6-217F-18687C784E17}"/>
              </a:ext>
            </a:extLst>
          </p:cNvPr>
          <p:cNvCxnSpPr>
            <a:cxnSpLocks/>
          </p:cNvCxnSpPr>
          <p:nvPr/>
        </p:nvCxnSpPr>
        <p:spPr>
          <a:xfrm>
            <a:off x="6210002" y="4499917"/>
            <a:ext cx="3312368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D370966A-52EE-A37E-6A6D-B6561A212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058" y="5914153"/>
            <a:ext cx="3514725" cy="6953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92365BB-D11E-0FAD-1CCE-6EC42EFCB6B7}"/>
              </a:ext>
            </a:extLst>
          </p:cNvPr>
          <p:cNvSpPr txBox="1"/>
          <p:nvPr/>
        </p:nvSpPr>
        <p:spPr>
          <a:xfrm>
            <a:off x="6636398" y="5643488"/>
            <a:ext cx="869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 input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B055DC-0D97-B9FB-0869-1D084B7A6DE7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1016869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4F1A87-38C7-E6A7-0C8A-8F3F1AF58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54" y="955205"/>
            <a:ext cx="9937104" cy="609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0AAC1D-FC13-1D32-390E-9989CA89711B}"/>
              </a:ext>
            </a:extLst>
          </p:cNvPr>
          <p:cNvSpPr txBox="1">
            <a:spLocks/>
          </p:cNvSpPr>
          <p:nvPr/>
        </p:nvSpPr>
        <p:spPr>
          <a:xfrm>
            <a:off x="1889522" y="97979"/>
            <a:ext cx="6392235" cy="4809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7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493456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86912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480368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973824" algn="ctr" rtl="0" fontAlgn="base">
              <a:spcBef>
                <a:spcPct val="0"/>
              </a:spcBef>
              <a:spcAft>
                <a:spcPct val="0"/>
              </a:spcAft>
              <a:defRPr kumimoji="1" sz="4749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sz="2400" b="1" dirty="0"/>
              <a:t>Unit test report</a:t>
            </a:r>
          </a:p>
        </p:txBody>
      </p:sp>
    </p:spTree>
    <p:extLst>
      <p:ext uri="{BB962C8B-B14F-4D97-AF65-F5344CB8AC3E}">
        <p14:creationId xmlns:p14="http://schemas.microsoft.com/office/powerpoint/2010/main" val="441609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8E79A-930A-7245-7A5B-CB757DCD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CB3F6-570E-9471-9E20-C9C2F310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WinAMS</a:t>
            </a:r>
            <a:r>
              <a:rPr lang="en-US" b="1" dirty="0"/>
              <a:t> : Startup , Driver</a:t>
            </a:r>
          </a:p>
        </p:txBody>
      </p:sp>
    </p:spTree>
    <p:extLst>
      <p:ext uri="{BB962C8B-B14F-4D97-AF65-F5344CB8AC3E}">
        <p14:creationId xmlns:p14="http://schemas.microsoft.com/office/powerpoint/2010/main" val="1890046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AF3D46E-3837-6726-30BE-60FD19E14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60" y="3908814"/>
            <a:ext cx="9316750" cy="14003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90DDDD-8F71-D47E-AE23-598B2BFCFFD1}"/>
              </a:ext>
            </a:extLst>
          </p:cNvPr>
          <p:cNvSpPr/>
          <p:nvPr/>
        </p:nvSpPr>
        <p:spPr>
          <a:xfrm>
            <a:off x="1451865" y="4036425"/>
            <a:ext cx="2469866" cy="216024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63621-97EF-438C-D9F9-DFAC5F1EFE18}"/>
              </a:ext>
            </a:extLst>
          </p:cNvPr>
          <p:cNvCxnSpPr>
            <a:cxnSpLocks/>
          </p:cNvCxnSpPr>
          <p:nvPr/>
        </p:nvCxnSpPr>
        <p:spPr>
          <a:xfrm>
            <a:off x="1451865" y="5544807"/>
            <a:ext cx="5760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31BA29-99B9-9954-ECFC-AAD9A89CAC89}"/>
              </a:ext>
            </a:extLst>
          </p:cNvPr>
          <p:cNvCxnSpPr>
            <a:cxnSpLocks/>
          </p:cNvCxnSpPr>
          <p:nvPr/>
        </p:nvCxnSpPr>
        <p:spPr>
          <a:xfrm>
            <a:off x="1662249" y="5890780"/>
            <a:ext cx="365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703D447-DC42-E12E-7E60-65B14442EB4F}"/>
              </a:ext>
            </a:extLst>
          </p:cNvPr>
          <p:cNvCxnSpPr>
            <a:cxnSpLocks/>
          </p:cNvCxnSpPr>
          <p:nvPr/>
        </p:nvCxnSpPr>
        <p:spPr>
          <a:xfrm>
            <a:off x="1163833" y="5116457"/>
            <a:ext cx="255604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BFADC0D-00CC-9808-A90C-8B249FE2E62C}"/>
              </a:ext>
            </a:extLst>
          </p:cNvPr>
          <p:cNvSpPr txBox="1"/>
          <p:nvPr/>
        </p:nvSpPr>
        <p:spPr>
          <a:xfrm>
            <a:off x="2027929" y="5359497"/>
            <a:ext cx="1655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 name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309AC1-9963-C47D-245B-684E65CAB79D}"/>
              </a:ext>
            </a:extLst>
          </p:cNvPr>
          <p:cNvSpPr txBox="1"/>
          <p:nvPr/>
        </p:nvSpPr>
        <p:spPr>
          <a:xfrm>
            <a:off x="2066369" y="570611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value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12C524-E528-DC89-780D-DC6CE2B89D3D}"/>
              </a:ext>
            </a:extLst>
          </p:cNvPr>
          <p:cNvSpPr txBox="1"/>
          <p:nvPr/>
        </p:nvSpPr>
        <p:spPr>
          <a:xfrm>
            <a:off x="2027929" y="6074801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 at address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0E61EC-8B21-A9E1-F966-335BFE2F0F7B}"/>
              </a:ext>
            </a:extLst>
          </p:cNvPr>
          <p:cNvSpPr/>
          <p:nvPr/>
        </p:nvSpPr>
        <p:spPr>
          <a:xfrm>
            <a:off x="1680055" y="4330082"/>
            <a:ext cx="2580121" cy="191099"/>
          </a:xfrm>
          <a:prstGeom prst="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6C1CA1-3F09-1F51-AA3D-6AF73B351146}"/>
              </a:ext>
            </a:extLst>
          </p:cNvPr>
          <p:cNvSpPr/>
          <p:nvPr/>
        </p:nvSpPr>
        <p:spPr>
          <a:xfrm>
            <a:off x="3719879" y="4832598"/>
            <a:ext cx="3420618" cy="283859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54EBDC-387C-C73D-BE87-8BA1FC12CA0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451865" y="4144437"/>
            <a:ext cx="0" cy="140037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945C730-B107-4CE3-3D71-12DE47112B8A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1680055" y="4425632"/>
            <a:ext cx="0" cy="1478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ECF18E1-AB54-6443-1BB2-AB6AA6C8110B}"/>
              </a:ext>
            </a:extLst>
          </p:cNvPr>
          <p:cNvCxnSpPr>
            <a:cxnSpLocks/>
          </p:cNvCxnSpPr>
          <p:nvPr/>
        </p:nvCxnSpPr>
        <p:spPr>
          <a:xfrm flipV="1">
            <a:off x="1163833" y="5116457"/>
            <a:ext cx="0" cy="114301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DEEE681-7A07-F119-33BC-85E3B35DA12C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1163833" y="6259467"/>
            <a:ext cx="86409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15AEC62-B512-D48D-9E12-1A806813FEA5}"/>
              </a:ext>
            </a:extLst>
          </p:cNvPr>
          <p:cNvSpPr txBox="1"/>
          <p:nvPr/>
        </p:nvSpPr>
        <p:spPr>
          <a:xfrm>
            <a:off x="539181" y="353643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5B9A6-79A8-7544-2C14-D4776F3E9978}"/>
              </a:ext>
            </a:extLst>
          </p:cNvPr>
          <p:cNvSpPr txBox="1"/>
          <p:nvPr/>
        </p:nvSpPr>
        <p:spPr>
          <a:xfrm>
            <a:off x="1110589" y="1780635"/>
            <a:ext cx="8470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cs typeface="TH SarabunPSK" panose="020B0500040200020003" pitchFamily="34" charset="-34"/>
              </a:rPr>
              <a:t>Start-up file</a:t>
            </a:r>
            <a:r>
              <a:rPr lang="en-US" sz="2400" dirty="0">
                <a:latin typeface="+mj-lt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คือไฟล์สคริปต์ที่ใช้ประกาศ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macro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เพื่อควบคุมการทำงานของโค้ด หรือแก้ไขค่าตัวแปรและรีจิสเตอร์ ระหว่างกระบวนการ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simulation</a:t>
            </a:r>
            <a:r>
              <a:rPr lang="en-US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sz="24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หรือ </a:t>
            </a:r>
            <a:r>
              <a:rPr lang="en-US" sz="24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debug</a:t>
            </a:r>
            <a:endParaRPr lang="en-US" sz="2400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06AF6-0D3B-3B13-9EEF-31E7885C97A0}"/>
              </a:ext>
            </a:extLst>
          </p:cNvPr>
          <p:cNvSpPr txBox="1"/>
          <p:nvPr/>
        </p:nvSpPr>
        <p:spPr>
          <a:xfrm>
            <a:off x="4238485" y="91107"/>
            <a:ext cx="192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j-lt"/>
              </a:rPr>
              <a:t>Start up file</a:t>
            </a:r>
          </a:p>
        </p:txBody>
      </p:sp>
    </p:spTree>
    <p:extLst>
      <p:ext uri="{BB962C8B-B14F-4D97-AF65-F5344CB8AC3E}">
        <p14:creationId xmlns:p14="http://schemas.microsoft.com/office/powerpoint/2010/main" val="3729565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C6CC6C-18A4-3C15-3718-712AB827A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71" t="9041" r="6571" b="9041"/>
          <a:stretch>
            <a:fillRect/>
          </a:stretch>
        </p:blipFill>
        <p:spPr>
          <a:xfrm>
            <a:off x="1097434" y="2843733"/>
            <a:ext cx="5328592" cy="358014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DF1D6F4-A7DB-C3F1-9963-AAA513318C83}"/>
              </a:ext>
            </a:extLst>
          </p:cNvPr>
          <p:cNvSpPr/>
          <p:nvPr/>
        </p:nvSpPr>
        <p:spPr>
          <a:xfrm>
            <a:off x="3833738" y="5945671"/>
            <a:ext cx="1368152" cy="35444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478DAC-5665-664A-F040-CD2C566EF9F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201890" y="6122893"/>
            <a:ext cx="1728192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96C02AA-75E8-D04F-1C70-8EFEC9F49730}"/>
              </a:ext>
            </a:extLst>
          </p:cNvPr>
          <p:cNvSpPr txBox="1"/>
          <p:nvPr/>
        </p:nvSpPr>
        <p:spPr>
          <a:xfrm>
            <a:off x="7059588" y="5799727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CLMAPROTSCLMA = 1 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Infinity loop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9F04415-3EA5-A0FE-8184-7E2E1AF24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082" y="4030456"/>
            <a:ext cx="3211432" cy="7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58EDB82-82FA-656A-9006-8DBB1C6303A2}"/>
              </a:ext>
            </a:extLst>
          </p:cNvPr>
          <p:cNvSpPr txBox="1"/>
          <p:nvPr/>
        </p:nvSpPr>
        <p:spPr>
          <a:xfrm>
            <a:off x="842910" y="1611783"/>
            <a:ext cx="9005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Ex. Function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ที่มีการใช้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Startup file  </a:t>
            </a:r>
            <a:r>
              <a:rPr lang="th-TH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ในการเปลี่ยนค่าตัวแปรเพื่อทำให้ออกจาก </a:t>
            </a:r>
            <a:r>
              <a:rPr lang="en-US" sz="2800" dirty="0">
                <a:latin typeface="TH SarabunPSK" panose="020B0500040200020003" pitchFamily="34" charset="-34"/>
                <a:cs typeface="TH SarabunPSK" panose="020B0500040200020003" pitchFamily="34" charset="-34"/>
              </a:rPr>
              <a:t>While loop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A86594-3A2A-7480-93BD-30B7041EF537}"/>
              </a:ext>
            </a:extLst>
          </p:cNvPr>
          <p:cNvSpPr txBox="1"/>
          <p:nvPr/>
        </p:nvSpPr>
        <p:spPr>
          <a:xfrm>
            <a:off x="4238485" y="91107"/>
            <a:ext cx="192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j-lt"/>
              </a:rPr>
              <a:t>Start up file</a:t>
            </a:r>
          </a:p>
        </p:txBody>
      </p:sp>
    </p:spTree>
    <p:extLst>
      <p:ext uri="{BB962C8B-B14F-4D97-AF65-F5344CB8AC3E}">
        <p14:creationId xmlns:p14="http://schemas.microsoft.com/office/powerpoint/2010/main" val="1831004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2D129C-31EE-1CE8-C5E6-39D6D3DCE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70" y="1608673"/>
            <a:ext cx="5391902" cy="16671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B17A94-2381-6F50-9314-0512715F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70" y="4599107"/>
            <a:ext cx="5449060" cy="1629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5DCA50-FF89-8C66-0817-2B0ECD085408}"/>
              </a:ext>
            </a:extLst>
          </p:cNvPr>
          <p:cNvSpPr/>
          <p:nvPr/>
        </p:nvSpPr>
        <p:spPr>
          <a:xfrm>
            <a:off x="1745506" y="2112729"/>
            <a:ext cx="1800200" cy="21602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C4DC8-AC82-1078-1610-F8F918C0B404}"/>
              </a:ext>
            </a:extLst>
          </p:cNvPr>
          <p:cNvSpPr/>
          <p:nvPr/>
        </p:nvSpPr>
        <p:spPr>
          <a:xfrm>
            <a:off x="1745506" y="5080750"/>
            <a:ext cx="1800200" cy="21602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CAA49F-2A70-3C3F-6AD4-A3A720FF34CB}"/>
              </a:ext>
            </a:extLst>
          </p:cNvPr>
          <p:cNvCxnSpPr>
            <a:stCxn id="2" idx="3"/>
          </p:cNvCxnSpPr>
          <p:nvPr/>
        </p:nvCxnSpPr>
        <p:spPr>
          <a:xfrm>
            <a:off x="3545706" y="2220741"/>
            <a:ext cx="29523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69CC57-0A18-6407-83D5-0E0871D7971A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545706" y="5188762"/>
            <a:ext cx="2869042" cy="10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E07C32-4DD0-1312-75F1-80086597D014}"/>
              </a:ext>
            </a:extLst>
          </p:cNvPr>
          <p:cNvSpPr txBox="1"/>
          <p:nvPr/>
        </p:nvSpPr>
        <p:spPr>
          <a:xfrm>
            <a:off x="6530566" y="2048657"/>
            <a:ext cx="2526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Set 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เป็นการเปลี่ยนค่าใน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register R1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C6220A-A78D-E7EE-F5B6-D26AAC8F39E3}"/>
              </a:ext>
            </a:extLst>
          </p:cNvPr>
          <p:cNvSpPr txBox="1"/>
          <p:nvPr/>
        </p:nvSpPr>
        <p:spPr>
          <a:xfrm>
            <a:off x="6528972" y="5025700"/>
            <a:ext cx="3373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Store :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เป็นการเปลี่ยนค่าใน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Address 0xFFF8C204</a:t>
            </a:r>
          </a:p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- Goble variable</a:t>
            </a:r>
          </a:p>
          <a:p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469A9B-11F5-1905-0172-A35832950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511" y="2458744"/>
            <a:ext cx="3264500" cy="10764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1B6923-DC17-173B-FDBD-99729540E3CB}"/>
              </a:ext>
            </a:extLst>
          </p:cNvPr>
          <p:cNvSpPr txBox="1"/>
          <p:nvPr/>
        </p:nvSpPr>
        <p:spPr>
          <a:xfrm>
            <a:off x="3835364" y="71704"/>
            <a:ext cx="3021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TH SarabunPSK" panose="020B0500040200020003" pitchFamily="34" charset="-34"/>
              </a:rPr>
              <a:t>Start up file (Store)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1D24B9-A094-D649-2465-9999E14E4463}"/>
              </a:ext>
            </a:extLst>
          </p:cNvPr>
          <p:cNvSpPr txBox="1"/>
          <p:nvPr/>
        </p:nvSpPr>
        <p:spPr>
          <a:xfrm>
            <a:off x="449362" y="1239341"/>
            <a:ext cx="481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  <a:cs typeface="TH SarabunPSK" panose="020B0500040200020003" pitchFamily="34" charset="-34"/>
              </a:rPr>
              <a:t>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58460D-CC0B-F157-E15E-1F08129FF115}"/>
              </a:ext>
            </a:extLst>
          </p:cNvPr>
          <p:cNvSpPr txBox="1"/>
          <p:nvPr/>
        </p:nvSpPr>
        <p:spPr>
          <a:xfrm>
            <a:off x="449362" y="4229775"/>
            <a:ext cx="67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  <a:cs typeface="TH SarabunPSK" panose="020B0500040200020003" pitchFamily="34" charset="-34"/>
              </a:rPr>
              <a:t>Store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327F71-A9CF-9CE4-6CA1-AC9A229DAA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00" t="24239" r="8000" b="25676"/>
          <a:stretch>
            <a:fillRect/>
          </a:stretch>
        </p:blipFill>
        <p:spPr>
          <a:xfrm>
            <a:off x="6395147" y="5669624"/>
            <a:ext cx="4134265" cy="75323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2EA0BDC-8884-7046-8C41-2D09A6A56343}"/>
              </a:ext>
            </a:extLst>
          </p:cNvPr>
          <p:cNvSpPr/>
          <p:nvPr/>
        </p:nvSpPr>
        <p:spPr>
          <a:xfrm>
            <a:off x="6678511" y="2996964"/>
            <a:ext cx="3131891" cy="206809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F1A11B-5A23-E37D-1B7C-6BECC008FF94}"/>
              </a:ext>
            </a:extLst>
          </p:cNvPr>
          <p:cNvSpPr/>
          <p:nvPr/>
        </p:nvSpPr>
        <p:spPr>
          <a:xfrm>
            <a:off x="9311650" y="6091338"/>
            <a:ext cx="1146824" cy="28730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38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FAD475-911A-BC40-2722-D41BB39E6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586" y="2006819"/>
            <a:ext cx="5449060" cy="1629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D8CB07-F971-AE31-43C0-EFFD14E53862}"/>
              </a:ext>
            </a:extLst>
          </p:cNvPr>
          <p:cNvSpPr/>
          <p:nvPr/>
        </p:nvSpPr>
        <p:spPr>
          <a:xfrm>
            <a:off x="3833738" y="3275781"/>
            <a:ext cx="2088232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96729D-CCDA-67BE-81D8-E5E800848904}"/>
              </a:ext>
            </a:extLst>
          </p:cNvPr>
          <p:cNvSpPr txBox="1"/>
          <p:nvPr/>
        </p:nvSpPr>
        <p:spPr>
          <a:xfrm>
            <a:off x="881410" y="1259557"/>
            <a:ext cx="738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set do/execute = Address?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หาได้จากการใช้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address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เริ่มต้นของ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function – address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ที่ต้องการ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execute macro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433F4B-87D4-7EBF-2646-3D59A240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954" y="4267297"/>
            <a:ext cx="3206658" cy="16007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6E1480-CD3F-2581-6CE7-48172025495F}"/>
              </a:ext>
            </a:extLst>
          </p:cNvPr>
          <p:cNvSpPr/>
          <p:nvPr/>
        </p:nvSpPr>
        <p:spPr>
          <a:xfrm>
            <a:off x="5766252" y="5056679"/>
            <a:ext cx="518918" cy="152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6578C-D313-4C52-BC6C-3F8EF5D96519}"/>
              </a:ext>
            </a:extLst>
          </p:cNvPr>
          <p:cNvSpPr/>
          <p:nvPr/>
        </p:nvSpPr>
        <p:spPr>
          <a:xfrm>
            <a:off x="5766252" y="5688423"/>
            <a:ext cx="511704" cy="1205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930BB9-FA07-52A8-F597-0A173150598E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345906" y="5133159"/>
            <a:ext cx="42034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1F8AB1-F02E-721F-A0A4-D3EE02B031F0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345906" y="5748721"/>
            <a:ext cx="42034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493087-BF22-016D-E6CA-32384EAAA7FB}"/>
              </a:ext>
            </a:extLst>
          </p:cNvPr>
          <p:cNvCxnSpPr>
            <a:cxnSpLocks/>
          </p:cNvCxnSpPr>
          <p:nvPr/>
        </p:nvCxnSpPr>
        <p:spPr>
          <a:xfrm>
            <a:off x="5345906" y="5133159"/>
            <a:ext cx="854" cy="63427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95F0BF-65A3-5C6E-0210-2C9F141217F7}"/>
              </a:ext>
            </a:extLst>
          </p:cNvPr>
          <p:cNvCxnSpPr>
            <a:cxnSpLocks/>
          </p:cNvCxnSpPr>
          <p:nvPr/>
        </p:nvCxnSpPr>
        <p:spPr>
          <a:xfrm flipH="1">
            <a:off x="4685735" y="5432616"/>
            <a:ext cx="660171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AFE4394-A639-5F5C-449A-A5E9C317B826}"/>
              </a:ext>
            </a:extLst>
          </p:cNvPr>
          <p:cNvSpPr txBox="1"/>
          <p:nvPr/>
        </p:nvSpPr>
        <p:spPr>
          <a:xfrm>
            <a:off x="1286251" y="5247950"/>
            <a:ext cx="3377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0003ED30 – 0003ED50 = 0x20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CE8E44-D9FF-710C-B19F-F6EF1FC3A493}"/>
              </a:ext>
            </a:extLst>
          </p:cNvPr>
          <p:cNvSpPr txBox="1"/>
          <p:nvPr/>
        </p:nvSpPr>
        <p:spPr>
          <a:xfrm>
            <a:off x="1298420" y="5011311"/>
            <a:ext cx="1348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First Address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DBDC68-A972-C025-1151-FF2C906D81C8}"/>
              </a:ext>
            </a:extLst>
          </p:cNvPr>
          <p:cNvSpPr txBox="1"/>
          <p:nvPr/>
        </p:nvSpPr>
        <p:spPr>
          <a:xfrm>
            <a:off x="2646464" y="4993900"/>
            <a:ext cx="1520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Address execute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A9D1E-449E-0033-FD57-B5DD42E2F930}"/>
              </a:ext>
            </a:extLst>
          </p:cNvPr>
          <p:cNvSpPr txBox="1"/>
          <p:nvPr/>
        </p:nvSpPr>
        <p:spPr>
          <a:xfrm>
            <a:off x="3835364" y="71704"/>
            <a:ext cx="3021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TH SarabunPSK" panose="020B0500040200020003" pitchFamily="34" charset="-34"/>
              </a:rPr>
              <a:t>Start up file (Store)</a:t>
            </a:r>
          </a:p>
        </p:txBody>
      </p:sp>
    </p:spTree>
    <p:extLst>
      <p:ext uri="{BB962C8B-B14F-4D97-AF65-F5344CB8AC3E}">
        <p14:creationId xmlns:p14="http://schemas.microsoft.com/office/powerpoint/2010/main" val="4117629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C55A8E-5852-ED8C-8E38-1B4CA1EFD09D}"/>
              </a:ext>
            </a:extLst>
          </p:cNvPr>
          <p:cNvSpPr txBox="1"/>
          <p:nvPr/>
        </p:nvSpPr>
        <p:spPr>
          <a:xfrm>
            <a:off x="3835364" y="71704"/>
            <a:ext cx="3021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j-lt"/>
                <a:cs typeface="TH SarabunPSK" panose="020B0500040200020003" pitchFamily="34" charset="-34"/>
              </a:rPr>
              <a:t>Start up file (Store)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A0108-402F-6432-B73D-52894B55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4" y="1484674"/>
            <a:ext cx="5918722" cy="2976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292887-5469-4EE1-3B77-18EB00E06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975" y="3635821"/>
            <a:ext cx="5256584" cy="1421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476A13-8D2D-15D2-F763-0D4970973425}"/>
              </a:ext>
            </a:extLst>
          </p:cNvPr>
          <p:cNvSpPr/>
          <p:nvPr/>
        </p:nvSpPr>
        <p:spPr>
          <a:xfrm>
            <a:off x="516254" y="1484674"/>
            <a:ext cx="3029452" cy="85500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75CB98-0953-D029-5616-31383707286A}"/>
              </a:ext>
            </a:extLst>
          </p:cNvPr>
          <p:cNvSpPr/>
          <p:nvPr/>
        </p:nvSpPr>
        <p:spPr>
          <a:xfrm>
            <a:off x="4912129" y="3635821"/>
            <a:ext cx="5263430" cy="142155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77C731-9D7C-7863-7F8F-88B191658952}"/>
              </a:ext>
            </a:extLst>
          </p:cNvPr>
          <p:cNvCxnSpPr>
            <a:cxnSpLocks/>
          </p:cNvCxnSpPr>
          <p:nvPr/>
        </p:nvCxnSpPr>
        <p:spPr>
          <a:xfrm>
            <a:off x="3552552" y="2339677"/>
            <a:ext cx="1359577" cy="129614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E8D07D1-F17C-567A-FDCC-EA0FE3921C26}"/>
              </a:ext>
            </a:extLst>
          </p:cNvPr>
          <p:cNvSpPr txBox="1"/>
          <p:nvPr/>
        </p:nvSpPr>
        <p:spPr>
          <a:xfrm>
            <a:off x="1025426" y="5890335"/>
            <a:ext cx="6120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Startup Command File: Select the path to the Start-up File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EF3B58-EE0F-4ADF-95F4-1CE2406613BA}"/>
              </a:ext>
            </a:extLst>
          </p:cNvPr>
          <p:cNvSpPr/>
          <p:nvPr/>
        </p:nvSpPr>
        <p:spPr>
          <a:xfrm>
            <a:off x="5993978" y="4787949"/>
            <a:ext cx="3456384" cy="269424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9573C9-7C1D-9821-69C7-5AAF4C3E1E4D}"/>
              </a:ext>
            </a:extLst>
          </p:cNvPr>
          <p:cNvCxnSpPr>
            <a:stCxn id="17" idx="2"/>
          </p:cNvCxnSpPr>
          <p:nvPr/>
        </p:nvCxnSpPr>
        <p:spPr>
          <a:xfrm>
            <a:off x="7722170" y="5057373"/>
            <a:ext cx="0" cy="102672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C80F016-0B50-3A1F-1C1B-F14B96A72C81}"/>
              </a:ext>
            </a:extLst>
          </p:cNvPr>
          <p:cNvCxnSpPr>
            <a:endCxn id="14" idx="3"/>
          </p:cNvCxnSpPr>
          <p:nvPr/>
        </p:nvCxnSpPr>
        <p:spPr>
          <a:xfrm flipH="1" flipV="1">
            <a:off x="7146106" y="6075001"/>
            <a:ext cx="576064" cy="90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D9109-5167-57F8-D591-81265FC24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790" y="4715941"/>
            <a:ext cx="6801799" cy="1505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6B6B4A-E151-997F-6735-65284AA7B9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4" t="5716" r="5154" b="5700"/>
          <a:stretch>
            <a:fillRect/>
          </a:stretch>
        </p:blipFill>
        <p:spPr>
          <a:xfrm>
            <a:off x="1737402" y="1343477"/>
            <a:ext cx="3608503" cy="3165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C613BA-39E3-70E2-C600-BD29C4014624}"/>
              </a:ext>
            </a:extLst>
          </p:cNvPr>
          <p:cNvSpPr txBox="1"/>
          <p:nvPr/>
        </p:nvSpPr>
        <p:spPr>
          <a:xfrm>
            <a:off x="3831868" y="87830"/>
            <a:ext cx="3028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TH SarabunPSK" panose="020B0500040200020003" pitchFamily="34" charset="-34"/>
              </a:rPr>
              <a:t>Start up file (Jump)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4CAB9-7D38-5F15-421D-01BFA132C150}"/>
              </a:ext>
            </a:extLst>
          </p:cNvPr>
          <p:cNvSpPr/>
          <p:nvPr/>
        </p:nvSpPr>
        <p:spPr>
          <a:xfrm>
            <a:off x="1996350" y="1727609"/>
            <a:ext cx="584167" cy="21602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5050AC-7622-86FC-4F9B-7AFE7C4C820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580517" y="1835621"/>
            <a:ext cx="30243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0035BC-71DA-3A2F-2DB2-EB52F7C278C7}"/>
              </a:ext>
            </a:extLst>
          </p:cNvPr>
          <p:cNvSpPr txBox="1"/>
          <p:nvPr/>
        </p:nvSpPr>
        <p:spPr>
          <a:xfrm>
            <a:off x="5705946" y="1620467"/>
            <a:ext cx="369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A while loop that is always true is an infinite loop.</a:t>
            </a:r>
          </a:p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ไม่สามารถออกจาก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Target function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1F103-D989-2E2F-6212-AA7AB5D3C7C9}"/>
              </a:ext>
            </a:extLst>
          </p:cNvPr>
          <p:cNvSpPr txBox="1"/>
          <p:nvPr/>
        </p:nvSpPr>
        <p:spPr>
          <a:xfrm>
            <a:off x="809623" y="915326"/>
            <a:ext cx="563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Startup file (Jump)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=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การตั้งค่า </a:t>
            </a:r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PC register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ให้เริ่มรันโปรแกรมจากตำแหน่งที่กำหนด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3A2D84-2D5E-04DD-724C-58060767E709}"/>
              </a:ext>
            </a:extLst>
          </p:cNvPr>
          <p:cNvSpPr/>
          <p:nvPr/>
        </p:nvSpPr>
        <p:spPr>
          <a:xfrm>
            <a:off x="2177554" y="5147989"/>
            <a:ext cx="4104456" cy="216024"/>
          </a:xfrm>
          <a:prstGeom prst="rect">
            <a:avLst/>
          </a:prstGeom>
          <a:noFill/>
          <a:ln w="19050" cap="flat" cmpd="sng" algn="ctr">
            <a:solidFill>
              <a:srgbClr val="E42A2A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46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F4C207-A60B-E02F-1156-C932885F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790" y="4715941"/>
            <a:ext cx="6801799" cy="1505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4EBE42-9C58-5DA5-CB20-DC0A95837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790" y="1115541"/>
            <a:ext cx="4189554" cy="33548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D6C30D-0226-E6BE-E33C-672685ADA795}"/>
              </a:ext>
            </a:extLst>
          </p:cNvPr>
          <p:cNvSpPr txBox="1"/>
          <p:nvPr/>
        </p:nvSpPr>
        <p:spPr>
          <a:xfrm>
            <a:off x="5849962" y="2608302"/>
            <a:ext cx="3873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ไม่มี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Address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ที่สามารถ 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Jump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ออกจาก</a:t>
            </a:r>
            <a:r>
              <a:rPr lang="en-US" dirty="0">
                <a:latin typeface="TH SarabunPSK" panose="020B0500040200020003" pitchFamily="34" charset="-34"/>
                <a:cs typeface="TH SarabunPSK" panose="020B0500040200020003" pitchFamily="34" charset="-34"/>
              </a:rPr>
              <a:t> while loop </a:t>
            </a:r>
            <a:r>
              <a:rPr lang="th-TH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ได้เลย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D066AA-6727-399B-D18B-62E24AE1DB43}"/>
              </a:ext>
            </a:extLst>
          </p:cNvPr>
          <p:cNvSpPr/>
          <p:nvPr/>
        </p:nvSpPr>
        <p:spPr>
          <a:xfrm>
            <a:off x="1889522" y="1115541"/>
            <a:ext cx="504056" cy="335485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9640B-1E17-57E8-50DF-A2A3F9606D9D}"/>
              </a:ext>
            </a:extLst>
          </p:cNvPr>
          <p:cNvSpPr txBox="1"/>
          <p:nvPr/>
        </p:nvSpPr>
        <p:spPr>
          <a:xfrm>
            <a:off x="3831868" y="87830"/>
            <a:ext cx="3028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TH SarabunPSK" panose="020B0500040200020003" pitchFamily="34" charset="-34"/>
              </a:rPr>
              <a:t>Start up file (Jump)</a:t>
            </a:r>
          </a:p>
        </p:txBody>
      </p:sp>
    </p:spTree>
    <p:extLst>
      <p:ext uri="{BB962C8B-B14F-4D97-AF65-F5344CB8AC3E}">
        <p14:creationId xmlns:p14="http://schemas.microsoft.com/office/powerpoint/2010/main" val="1741483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F5420-A205-1D60-FF24-190984952C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4" t="17649" r="8552" b="17649"/>
          <a:stretch>
            <a:fillRect/>
          </a:stretch>
        </p:blipFill>
        <p:spPr>
          <a:xfrm>
            <a:off x="809402" y="2385599"/>
            <a:ext cx="3600400" cy="13681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455CD3-D210-96D7-BF10-7AD31AEA681C}"/>
              </a:ext>
            </a:extLst>
          </p:cNvPr>
          <p:cNvSpPr txBox="1"/>
          <p:nvPr/>
        </p:nvSpPr>
        <p:spPr>
          <a:xfrm>
            <a:off x="953418" y="1344644"/>
            <a:ext cx="7994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Driver:</a:t>
            </a:r>
            <a:r>
              <a:rPr lang="en-US" sz="2400" dirty="0"/>
              <a:t> </a:t>
            </a:r>
            <a:r>
              <a:rPr lang="th-TH" sz="2400" dirty="0"/>
              <a:t>ใช้ในกรณีที่ไม่สามารถเรียกใช้หรือออกจาก </a:t>
            </a:r>
            <a:r>
              <a:rPr lang="en-US" sz="2400" b="1" dirty="0"/>
              <a:t>Target function</a:t>
            </a:r>
            <a:r>
              <a:rPr lang="en-US" sz="2400" dirty="0"/>
              <a:t> </a:t>
            </a:r>
            <a:r>
              <a:rPr lang="th-TH" sz="2400" dirty="0"/>
              <a:t>ได้โดยตรง</a:t>
            </a:r>
            <a:endParaRPr lang="en-US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6DD9E-D233-3007-773A-6A6C2F2C7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5" r="7926"/>
          <a:stretch>
            <a:fillRect/>
          </a:stretch>
        </p:blipFill>
        <p:spPr>
          <a:xfrm>
            <a:off x="4960087" y="2645753"/>
            <a:ext cx="5057875" cy="847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ADA8FB-94AC-BE32-0436-8A40B1137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790" y="4715941"/>
            <a:ext cx="6801799" cy="1505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1AD843-4754-21C4-B929-CAC458E179B6}"/>
              </a:ext>
            </a:extLst>
          </p:cNvPr>
          <p:cNvSpPr/>
          <p:nvPr/>
        </p:nvSpPr>
        <p:spPr>
          <a:xfrm>
            <a:off x="3545706" y="5147989"/>
            <a:ext cx="2736304" cy="21602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BFED1F-A9D4-CD05-270A-CA70638411DC}"/>
              </a:ext>
            </a:extLst>
          </p:cNvPr>
          <p:cNvSpPr/>
          <p:nvPr/>
        </p:nvSpPr>
        <p:spPr>
          <a:xfrm>
            <a:off x="4927657" y="3242629"/>
            <a:ext cx="850297" cy="216024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4CD183-1047-955A-00D6-8DB41038942A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5352806" y="3458653"/>
            <a:ext cx="0" cy="1689336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DD616F2-03AF-6AE8-C304-9DBF77A30A84}"/>
              </a:ext>
            </a:extLst>
          </p:cNvPr>
          <p:cNvSpPr txBox="1"/>
          <p:nvPr/>
        </p:nvSpPr>
        <p:spPr>
          <a:xfrm>
            <a:off x="4794377" y="87830"/>
            <a:ext cx="1103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TH SarabunPSK" panose="020B0500040200020003" pitchFamily="34" charset="-34"/>
              </a:rPr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4163623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4FCD1-3458-2866-E93A-AD61FC7F1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94" y="1607228"/>
            <a:ext cx="4467043" cy="22321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F2E94E-2A86-8264-1FDE-944E9F5648C5}"/>
              </a:ext>
            </a:extLst>
          </p:cNvPr>
          <p:cNvSpPr/>
          <p:nvPr/>
        </p:nvSpPr>
        <p:spPr>
          <a:xfrm>
            <a:off x="737394" y="1607228"/>
            <a:ext cx="1728192" cy="467984"/>
          </a:xfrm>
          <a:prstGeom prst="rect">
            <a:avLst/>
          </a:prstGeom>
          <a:noFill/>
          <a:ln>
            <a:solidFill>
              <a:srgbClr val="E42A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506B0-97B6-2C83-F437-E320752C4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79" y="1979637"/>
            <a:ext cx="4519401" cy="148729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4FED06-D91B-D3C6-0490-7E11739EC67E}"/>
              </a:ext>
            </a:extLst>
          </p:cNvPr>
          <p:cNvCxnSpPr>
            <a:stCxn id="4" idx="0"/>
          </p:cNvCxnSpPr>
          <p:nvPr/>
        </p:nvCxnSpPr>
        <p:spPr>
          <a:xfrm flipV="1">
            <a:off x="1601490" y="1259557"/>
            <a:ext cx="0" cy="34767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B1FF93-EEAC-71E7-E61F-6FD6C7587930}"/>
              </a:ext>
            </a:extLst>
          </p:cNvPr>
          <p:cNvCxnSpPr>
            <a:cxnSpLocks/>
          </p:cNvCxnSpPr>
          <p:nvPr/>
        </p:nvCxnSpPr>
        <p:spPr>
          <a:xfrm>
            <a:off x="1601490" y="1259557"/>
            <a:ext cx="615099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CBCBD9-9541-0CCD-7747-9E65F954AA2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752480" y="1259557"/>
            <a:ext cx="0" cy="72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2FBB64A-5C78-14B8-0047-040004DEF525}"/>
              </a:ext>
            </a:extLst>
          </p:cNvPr>
          <p:cNvSpPr txBox="1"/>
          <p:nvPr/>
        </p:nvSpPr>
        <p:spPr>
          <a:xfrm>
            <a:off x="569889" y="4619833"/>
            <a:ext cx="63839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n-lt"/>
                <a:cs typeface="TH SarabunPSK" panose="020B0500040200020003" pitchFamily="34" charset="-34"/>
              </a:rPr>
              <a:t>Function : </a:t>
            </a:r>
            <a:r>
              <a:rPr lang="th-TH" sz="2400" dirty="0">
                <a:latin typeface="+mn-lt"/>
                <a:cs typeface="TH SarabunPSK" panose="020B0500040200020003" pitchFamily="34" charset="-34"/>
              </a:rPr>
              <a:t>ใช้ </a:t>
            </a:r>
            <a:r>
              <a:rPr lang="en-US" sz="2400" dirty="0">
                <a:latin typeface="+mn-lt"/>
                <a:cs typeface="TH SarabunPSK" panose="020B0500040200020003" pitchFamily="34" charset="-34"/>
              </a:rPr>
              <a:t>driver function</a:t>
            </a:r>
          </a:p>
          <a:p>
            <a:r>
              <a:rPr lang="en-US" sz="2400" dirty="0">
                <a:latin typeface="+mn-lt"/>
                <a:cs typeface="TH SarabunPSK" panose="020B0500040200020003" pitchFamily="34" charset="-34"/>
              </a:rPr>
              <a:t>✅ Using test driver</a:t>
            </a:r>
          </a:p>
          <a:p>
            <a:r>
              <a:rPr lang="en-US" sz="2400" dirty="0">
                <a:latin typeface="+mn-lt"/>
                <a:cs typeface="TH SarabunPSK" panose="020B0500040200020003" pitchFamily="34" charset="-34"/>
              </a:rPr>
              <a:t>Measure coverage for function : </a:t>
            </a:r>
            <a:r>
              <a:rPr lang="th-TH" sz="2400" dirty="0">
                <a:latin typeface="+mn-lt"/>
                <a:cs typeface="TH SarabunPSK" panose="020B0500040200020003" pitchFamily="34" charset="-34"/>
              </a:rPr>
              <a:t>ใส่ </a:t>
            </a:r>
            <a:r>
              <a:rPr lang="en-US" sz="2400" dirty="0">
                <a:latin typeface="+mn-lt"/>
                <a:cs typeface="TH SarabunPSK" panose="020B0500040200020003" pitchFamily="34" charset="-34"/>
              </a:rPr>
              <a:t>Target function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3F704D-0CCE-7CF6-2467-C4D6812D4CEA}"/>
              </a:ext>
            </a:extLst>
          </p:cNvPr>
          <p:cNvSpPr/>
          <p:nvPr/>
        </p:nvSpPr>
        <p:spPr>
          <a:xfrm>
            <a:off x="8586266" y="2915741"/>
            <a:ext cx="1368153" cy="288032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74C212-3ED3-70B6-D9E0-470D92087F35}"/>
              </a:ext>
            </a:extLst>
          </p:cNvPr>
          <p:cNvCxnSpPr>
            <a:cxnSpLocks/>
          </p:cNvCxnSpPr>
          <p:nvPr/>
        </p:nvCxnSpPr>
        <p:spPr>
          <a:xfrm>
            <a:off x="9234338" y="3203773"/>
            <a:ext cx="0" cy="2304256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A502B2-A2B3-600E-CA35-8F8C4EFFCFA0}"/>
              </a:ext>
            </a:extLst>
          </p:cNvPr>
          <p:cNvCxnSpPr>
            <a:cxnSpLocks/>
          </p:cNvCxnSpPr>
          <p:nvPr/>
        </p:nvCxnSpPr>
        <p:spPr>
          <a:xfrm flipH="1">
            <a:off x="7074099" y="5508029"/>
            <a:ext cx="2160239" cy="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A6E02E7-383C-2D6F-D955-64B9CD9430DD}"/>
              </a:ext>
            </a:extLst>
          </p:cNvPr>
          <p:cNvSpPr/>
          <p:nvPr/>
        </p:nvSpPr>
        <p:spPr>
          <a:xfrm>
            <a:off x="5561933" y="2580359"/>
            <a:ext cx="2735991" cy="288032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E425D9-0C68-8245-5C97-7CB29CA9C406}"/>
              </a:ext>
            </a:extLst>
          </p:cNvPr>
          <p:cNvCxnSpPr>
            <a:stCxn id="25" idx="2"/>
          </p:cNvCxnSpPr>
          <p:nvPr/>
        </p:nvCxnSpPr>
        <p:spPr>
          <a:xfrm flipH="1">
            <a:off x="6929928" y="2868391"/>
            <a:ext cx="1" cy="191955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F65FA2-0F86-BD95-4F03-85EA77E951CC}"/>
              </a:ext>
            </a:extLst>
          </p:cNvPr>
          <p:cNvCxnSpPr>
            <a:cxnSpLocks/>
          </p:cNvCxnSpPr>
          <p:nvPr/>
        </p:nvCxnSpPr>
        <p:spPr>
          <a:xfrm flipH="1">
            <a:off x="4265786" y="4787949"/>
            <a:ext cx="2664142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1FEC66-1784-DF67-2C30-33A02A504CEC}"/>
              </a:ext>
            </a:extLst>
          </p:cNvPr>
          <p:cNvSpPr txBox="1"/>
          <p:nvPr/>
        </p:nvSpPr>
        <p:spPr>
          <a:xfrm>
            <a:off x="4794377" y="87830"/>
            <a:ext cx="1103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TH SarabunPSK" panose="020B0500040200020003" pitchFamily="34" charset="-34"/>
              </a:rPr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3856629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69EEC1-630D-A901-D43C-208F856C84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750" b="61704"/>
          <a:stretch>
            <a:fillRect/>
          </a:stretch>
        </p:blipFill>
        <p:spPr>
          <a:xfrm>
            <a:off x="524716" y="1570731"/>
            <a:ext cx="4992576" cy="1683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A0E51D-97B9-BAE0-1FAC-03F5FA9C6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565" y="1763613"/>
            <a:ext cx="4172532" cy="11907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17AC94-61E8-CFC0-2F74-FD722862EBF1}"/>
              </a:ext>
            </a:extLst>
          </p:cNvPr>
          <p:cNvSpPr/>
          <p:nvPr/>
        </p:nvSpPr>
        <p:spPr>
          <a:xfrm>
            <a:off x="1025426" y="1835621"/>
            <a:ext cx="720080" cy="216024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3C464D-718E-3754-2955-71EA4A4A5C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25" r="7926"/>
          <a:stretch>
            <a:fillRect/>
          </a:stretch>
        </p:blipFill>
        <p:spPr>
          <a:xfrm>
            <a:off x="524716" y="3868098"/>
            <a:ext cx="5057875" cy="8478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F64C6D3-42F1-B3A6-01BD-B7C5E5E3EBA3}"/>
              </a:ext>
            </a:extLst>
          </p:cNvPr>
          <p:cNvSpPr/>
          <p:nvPr/>
        </p:nvSpPr>
        <p:spPr>
          <a:xfrm>
            <a:off x="514194" y="4417055"/>
            <a:ext cx="799264" cy="29888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BAAEA-C7D8-28DC-0FB3-BBAC1FBA3A8E}"/>
              </a:ext>
            </a:extLst>
          </p:cNvPr>
          <p:cNvSpPr txBox="1"/>
          <p:nvPr/>
        </p:nvSpPr>
        <p:spPr>
          <a:xfrm>
            <a:off x="422536" y="355601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Driver function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B76F1F-CAFC-C1D1-7EDF-652365FBA89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33338" y="1943633"/>
            <a:ext cx="7920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8832994-4EB3-534F-4627-5531145DB878}"/>
              </a:ext>
            </a:extLst>
          </p:cNvPr>
          <p:cNvCxnSpPr>
            <a:cxnSpLocks/>
          </p:cNvCxnSpPr>
          <p:nvPr/>
        </p:nvCxnSpPr>
        <p:spPr>
          <a:xfrm>
            <a:off x="233338" y="1943633"/>
            <a:ext cx="0" cy="262829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919F98-5750-C665-92CD-22CB6B4E5A1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33338" y="4566498"/>
            <a:ext cx="280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77D29484-887D-19B0-4050-FF4AB72EE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560" y="3601360"/>
            <a:ext cx="4182059" cy="11145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23B4AC1-5DA1-88D7-6267-86F621115656}"/>
              </a:ext>
            </a:extLst>
          </p:cNvPr>
          <p:cNvSpPr/>
          <p:nvPr/>
        </p:nvSpPr>
        <p:spPr>
          <a:xfrm>
            <a:off x="5994564" y="2250995"/>
            <a:ext cx="4172531" cy="232697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CC851-A744-F73A-9A3A-9C329232DE06}"/>
              </a:ext>
            </a:extLst>
          </p:cNvPr>
          <p:cNvSpPr/>
          <p:nvPr/>
        </p:nvSpPr>
        <p:spPr>
          <a:xfrm>
            <a:off x="5994563" y="4072072"/>
            <a:ext cx="4172531" cy="232697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97F712-1C39-BB7F-7336-0C290FBE753A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0167095" y="2367343"/>
            <a:ext cx="280855" cy="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74488B-A21E-F18F-62DD-E827F0145AA2}"/>
              </a:ext>
            </a:extLst>
          </p:cNvPr>
          <p:cNvCxnSpPr>
            <a:cxnSpLocks/>
          </p:cNvCxnSpPr>
          <p:nvPr/>
        </p:nvCxnSpPr>
        <p:spPr>
          <a:xfrm>
            <a:off x="10458474" y="2367343"/>
            <a:ext cx="0" cy="182107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DC3BF8-0475-BE06-2ACC-98927D7D42F9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10167094" y="4188420"/>
            <a:ext cx="29138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ADFBF05-5D99-A6EE-1A2D-D637617801E3}"/>
              </a:ext>
            </a:extLst>
          </p:cNvPr>
          <p:cNvSpPr txBox="1"/>
          <p:nvPr/>
        </p:nvSpPr>
        <p:spPr>
          <a:xfrm>
            <a:off x="436177" y="5225217"/>
            <a:ext cx="693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Jump Address 0009779E to 00096D28 </a:t>
            </a:r>
            <a:r>
              <a:rPr lang="th-TH" dirty="0">
                <a:latin typeface="+mn-lt"/>
              </a:rPr>
              <a:t>เพื่อให้ออกจาก </a:t>
            </a:r>
            <a:r>
              <a:rPr lang="en-US" dirty="0">
                <a:latin typeface="+mn-lt"/>
              </a:rPr>
              <a:t>loop </a:t>
            </a:r>
            <a:r>
              <a:rPr lang="th-TH" dirty="0">
                <a:latin typeface="+mn-lt"/>
              </a:rPr>
              <a:t>ของ </a:t>
            </a:r>
            <a:r>
              <a:rPr lang="en-US" dirty="0">
                <a:latin typeface="+mn-lt"/>
              </a:rPr>
              <a:t>target function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CE8355-C48B-BD5B-8AC4-235505E687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16" y="5585955"/>
            <a:ext cx="6801799" cy="1505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A4BDC8-53BB-CE40-05F7-6E858DBDC9D9}"/>
              </a:ext>
            </a:extLst>
          </p:cNvPr>
          <p:cNvSpPr txBox="1"/>
          <p:nvPr/>
        </p:nvSpPr>
        <p:spPr>
          <a:xfrm>
            <a:off x="4794377" y="87830"/>
            <a:ext cx="1103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+mn-lt"/>
                <a:cs typeface="TH SarabunPSK" panose="020B0500040200020003" pitchFamily="34" charset="-34"/>
              </a:rPr>
              <a:t>Driver</a:t>
            </a:r>
          </a:p>
        </p:txBody>
      </p:sp>
    </p:spTree>
    <p:extLst>
      <p:ext uri="{BB962C8B-B14F-4D97-AF65-F5344CB8AC3E}">
        <p14:creationId xmlns:p14="http://schemas.microsoft.com/office/powerpoint/2010/main" val="1369920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084-DB01-B389-698C-581B833B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EF0115-9075-524C-DE27-9D177E1F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35475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テーマ1">
  <a:themeElements>
    <a:clrScheme name="Gartner">
      <a:dk1>
        <a:srgbClr val="000000"/>
      </a:dk1>
      <a:lt1>
        <a:srgbClr val="FFFFFF"/>
      </a:lt1>
      <a:dk2>
        <a:srgbClr val="FFFFFF"/>
      </a:dk2>
      <a:lt2>
        <a:srgbClr val="6E96D5"/>
      </a:lt2>
      <a:accent1>
        <a:srgbClr val="00529B"/>
      </a:accent1>
      <a:accent2>
        <a:srgbClr val="99CC00"/>
      </a:accent2>
      <a:accent3>
        <a:srgbClr val="FF9900"/>
      </a:accent3>
      <a:accent4>
        <a:srgbClr val="6E96D5"/>
      </a:accent4>
      <a:accent5>
        <a:srgbClr val="CDCDCD"/>
      </a:accent5>
      <a:accent6>
        <a:srgbClr val="AC0000"/>
      </a:accent6>
      <a:hlink>
        <a:srgbClr val="6E96D5"/>
      </a:hlink>
      <a:folHlink>
        <a:srgbClr val="6E96D5"/>
      </a:folHlink>
    </a:clrScheme>
    <a:fontScheme name="Custom 1">
      <a:majorFont>
        <a:latin typeface="Meiryo"/>
        <a:ea typeface="Meiryo"/>
        <a:cs typeface=""/>
      </a:majorFont>
      <a:minorFont>
        <a:latin typeface="Meiryo"/>
        <a:ea typeface="Meiry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</a:objectDefaults>
  <a:extraClrSchemeLst>
    <a:extraClrScheme>
      <a:clrScheme name="TME 2011 Rev.3b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 2011 Rev.3b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 2011 Rev.3b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 2011 Rev.3b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 2011 Rev.3b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 2011 Rev.3b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E 2011 Rev.3b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E 2011 Rev.3b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E 2011 Rev.3b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E 2011 Rev.3b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E 2011 Rev.3b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E 2011 Rev.3b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39991</TotalTime>
  <Words>1636</Words>
  <Application>Microsoft Office PowerPoint</Application>
  <PresentationFormat>Custom</PresentationFormat>
  <Paragraphs>195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HGP創英角ｺﾞｼｯｸUB</vt:lpstr>
      <vt:lpstr>HG丸ｺﾞｼｯｸM-PRO</vt:lpstr>
      <vt:lpstr>Meiryo UI</vt:lpstr>
      <vt:lpstr>Meiryo</vt:lpstr>
      <vt:lpstr>Meiryo</vt:lpstr>
      <vt:lpstr>Arial</vt:lpstr>
      <vt:lpstr>Calibri</vt:lpstr>
      <vt:lpstr>Impact</vt:lpstr>
      <vt:lpstr>TH SarabunPSK</vt:lpstr>
      <vt:lpstr>Office テーマ</vt:lpstr>
      <vt:lpstr>テーマ1</vt:lpstr>
      <vt:lpstr>Toyota Tsusho Nexty Electronics (Thailand) Co., Ltd. </vt:lpstr>
      <vt:lpstr>Training Tokai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test report Function : ens_ble_SlotMgr_authProc_doPwUpdateWait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WinAMS : Startup , Driver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inkinc</dc:creator>
  <cp:lastModifiedBy>Napat Chumcheurn</cp:lastModifiedBy>
  <cp:revision>1377</cp:revision>
  <cp:lastPrinted>2024-05-17T05:58:07Z</cp:lastPrinted>
  <dcterms:created xsi:type="dcterms:W3CDTF">2010-06-08T07:44:01Z</dcterms:created>
  <dcterms:modified xsi:type="dcterms:W3CDTF">2025-11-03T03:16:08Z</dcterms:modified>
  <cp:contentStatus/>
</cp:coreProperties>
</file>